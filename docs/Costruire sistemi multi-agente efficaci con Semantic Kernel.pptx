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8"/>
  </p:notesMasterIdLst>
  <p:handoutMasterIdLst>
    <p:handoutMasterId r:id="rId19"/>
  </p:handoutMasterIdLst>
  <p:sldIdLst>
    <p:sldId id="456" r:id="rId2"/>
    <p:sldId id="475" r:id="rId3"/>
    <p:sldId id="474" r:id="rId4"/>
    <p:sldId id="468" r:id="rId5"/>
    <p:sldId id="465" r:id="rId6"/>
    <p:sldId id="463" r:id="rId7"/>
    <p:sldId id="484" r:id="rId8"/>
    <p:sldId id="464" r:id="rId9"/>
    <p:sldId id="466" r:id="rId10"/>
    <p:sldId id="478" r:id="rId11"/>
    <p:sldId id="476" r:id="rId12"/>
    <p:sldId id="479" r:id="rId13"/>
    <p:sldId id="483" r:id="rId14"/>
    <p:sldId id="480" r:id="rId15"/>
    <p:sldId id="482" r:id="rId16"/>
    <p:sldId id="481" r:id="rId17"/>
  </p:sldIdLst>
  <p:sldSz cx="12192000" cy="6858000"/>
  <p:notesSz cx="6858000" cy="9144000"/>
  <p:embeddedFontLst>
    <p:embeddedFont>
      <p:font typeface="Josefin Sans" pitchFamily="2" charset="0"/>
      <p:regular r:id="rId20"/>
      <p:bold r:id="rId21"/>
    </p:embeddedFont>
    <p:embeddedFont>
      <p:font typeface="Segoe UI" panose="020B05020402040202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E6"/>
    <a:srgbClr val="F1E9EF"/>
    <a:srgbClr val="70E0FF"/>
    <a:srgbClr val="C5C3C4"/>
    <a:srgbClr val="C6C4C5"/>
    <a:srgbClr val="C7C7C9"/>
    <a:srgbClr val="CDC5D0"/>
    <a:srgbClr val="C7C8CD"/>
    <a:srgbClr val="C2C2C9"/>
    <a:srgbClr val="C6C6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65704-B8AF-4B05-9128-9BB7F864AFE7}" v="181" dt="2025-06-15T18:50:49.429"/>
    <p1510:client id="{3655A4F1-F6A5-A040-8309-58B95A748B9C}" v="30" dt="2025-06-16T09:51:44.923"/>
    <p1510:client id="{7D875ACB-C475-D8C2-913F-DF5CAFF723C5}" v="5" dt="2025-06-15T11:45:07.712"/>
    <p1510:client id="{8A937B98-FE76-5908-9848-E3E515CD7CE9}" v="24" dt="2025-06-15T10:42:22.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387" autoAdjust="0"/>
  </p:normalViewPr>
  <p:slideViewPr>
    <p:cSldViewPr snapToGrid="0">
      <p:cViewPr varScale="1">
        <p:scale>
          <a:sx n="77" d="100"/>
          <a:sy n="77" d="100"/>
        </p:scale>
        <p:origin x="2778" y="29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95BC00-3412-47FF-8BCB-65401D0B54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91317AAE-9FA8-4643-AFC4-7B3A0E75471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1CAB1D-2D0D-4099-A986-F47746260BE9}" type="datetimeFigureOut">
              <a:rPr lang="en-ID" smtClean="0"/>
              <a:t>16/06/2025</a:t>
            </a:fld>
            <a:endParaRPr lang="en-ID"/>
          </a:p>
        </p:txBody>
      </p:sp>
      <p:sp>
        <p:nvSpPr>
          <p:cNvPr id="4" name="Footer Placeholder 3">
            <a:extLst>
              <a:ext uri="{FF2B5EF4-FFF2-40B4-BE49-F238E27FC236}">
                <a16:creationId xmlns:a16="http://schemas.microsoft.com/office/drawing/2014/main" id="{323958B6-B4ED-4E85-B439-B096F01F9E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B4007C4F-0280-4D07-B70C-7DF84F8D07A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D4ECA7-E73A-4CAB-AB7C-F8627B812D0E}" type="slidenum">
              <a:rPr lang="en-ID" smtClean="0"/>
              <a:t>‹#›</a:t>
            </a:fld>
            <a:endParaRPr lang="en-ID"/>
          </a:p>
        </p:txBody>
      </p:sp>
    </p:spTree>
    <p:extLst>
      <p:ext uri="{BB962C8B-B14F-4D97-AF65-F5344CB8AC3E}">
        <p14:creationId xmlns:p14="http://schemas.microsoft.com/office/powerpoint/2010/main" val="50372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7520A-4CBC-420A-8BA6-71CF8984DB0A}" type="datetimeFigureOut">
              <a:rPr lang="en-ID" smtClean="0"/>
              <a:t>16/06/2025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FBD427-8304-4799-BB2C-EC4262ACC8B7}" type="slidenum">
              <a:rPr lang="en-ID" smtClean="0"/>
              <a:t>‹#›</a:t>
            </a:fld>
            <a:endParaRPr lang="en-ID"/>
          </a:p>
        </p:txBody>
      </p:sp>
    </p:spTree>
    <p:extLst>
      <p:ext uri="{BB962C8B-B14F-4D97-AF65-F5344CB8AC3E}">
        <p14:creationId xmlns:p14="http://schemas.microsoft.com/office/powerpoint/2010/main" val="3600965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Multi-Agent System (MAS) is a type of computer system where multiple independent entities, called agents, work together or compete in a shared environment to reach their goals. Unlike single-agent systems, where one agent handles tasks alone, MAS involves several agents interacting with each other and their surroundings.</a:t>
            </a:r>
          </a:p>
          <a:p>
            <a:endParaRPr lang="en-US">
              <a:ea typeface="Calibri"/>
              <a:cs typeface="Calibri"/>
            </a:endParaRPr>
          </a:p>
          <a:p>
            <a:r>
              <a:rPr lang="en-US"/>
              <a:t>"Each agent is a specialized team member with its own abilities, knowledge, and goals. Think language models, data analysis tools, or specialized processors. They're autonomous - they make their own decisions within their role."</a:t>
            </a:r>
          </a:p>
          <a:p>
            <a:endParaRPr lang="en-US">
              <a:ea typeface="Calibri"/>
              <a:cs typeface="Calibri"/>
            </a:endParaRPr>
          </a:p>
          <a:p>
            <a:r>
              <a:rPr lang="en-US"/>
              <a:t>"The magic happens when agents communicate and collaborate. They share information, divide tasks based on strengths, and coordinate efforts. Sometimes they even compete to find the best solution."</a:t>
            </a:r>
          </a:p>
          <a:p>
            <a:endParaRPr lang="en-US">
              <a:ea typeface="Calibri"/>
              <a:cs typeface="Calibri"/>
            </a:endParaRPr>
          </a:p>
          <a:p>
            <a:r>
              <a:rPr lang="en-US"/>
              <a:t>"Like customer service - one agent understands questions, another searches databases, a third crafts responses. Together, they're much more effective than working alone."</a:t>
            </a:r>
            <a:endParaRPr lang="en-US">
              <a:ea typeface="Calibri"/>
              <a:cs typeface="Calibri"/>
            </a:endParaRPr>
          </a:p>
        </p:txBody>
      </p:sp>
      <p:sp>
        <p:nvSpPr>
          <p:cNvPr id="4" name="Slide Number Placeholder 3"/>
          <p:cNvSpPr>
            <a:spLocks noGrp="1"/>
          </p:cNvSpPr>
          <p:nvPr>
            <p:ph type="sldNum" sz="quarter" idx="5"/>
          </p:nvPr>
        </p:nvSpPr>
        <p:spPr/>
        <p:txBody>
          <a:bodyPr/>
          <a:lstStyle/>
          <a:p>
            <a:fld id="{62FBD427-8304-4799-BB2C-EC4262ACC8B7}" type="slidenum">
              <a:rPr lang="en-ID" smtClean="0"/>
              <a:t>2</a:t>
            </a:fld>
            <a:endParaRPr lang="en-ID"/>
          </a:p>
        </p:txBody>
      </p:sp>
    </p:spTree>
    <p:extLst>
      <p:ext uri="{BB962C8B-B14F-4D97-AF65-F5344CB8AC3E}">
        <p14:creationId xmlns:p14="http://schemas.microsoft.com/office/powerpoint/2010/main" val="4145049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multiagent systems are powerful, they're not without problems. Managing multiple autonomous agents creates several key challenges."</a:t>
            </a:r>
            <a:endParaRPr lang="it-IT"/>
          </a:p>
          <a:p>
            <a:endParaRPr lang="en-US"/>
          </a:p>
          <a:p>
            <a:r>
              <a:rPr lang="en-US"/>
              <a:t>Controllability</a:t>
            </a:r>
            <a:endParaRPr lang="it-IT">
              <a:ea typeface="Calibri"/>
              <a:cs typeface="Calibri"/>
            </a:endParaRPr>
          </a:p>
          <a:p>
            <a:r>
              <a:rPr lang="en-US"/>
              <a:t>When you have multiple independent agents making decisions, it becomes harder to predict and control the overall system behavior. You might tell them the goal, but they might take unexpected paths to get there.</a:t>
            </a:r>
            <a:endParaRPr lang="it-IT"/>
          </a:p>
          <a:p>
            <a:endParaRPr lang="en-US"/>
          </a:p>
          <a:p>
            <a:r>
              <a:rPr lang="en-US"/>
              <a:t>Coordination Complexity</a:t>
            </a:r>
            <a:endParaRPr lang="it-IT"/>
          </a:p>
          <a:p>
            <a:r>
              <a:rPr lang="en-US"/>
              <a:t>Second is coordination complexity. Getting agents to work together smoothly is difficult. They need to communicate, avoid conflicts, and synchronize their actions. More agents means exponentially more coordination challenges."</a:t>
            </a:r>
            <a:endParaRPr lang="it-IT">
              <a:ea typeface="Calibri"/>
              <a:cs typeface="Calibri"/>
            </a:endParaRPr>
          </a:p>
          <a:p>
            <a:endParaRPr lang="en-US"/>
          </a:p>
          <a:p>
            <a:r>
              <a:rPr lang="en-US"/>
              <a:t>Unpredictable Behavior:</a:t>
            </a:r>
            <a:endParaRPr lang="it-IT">
              <a:ea typeface="Calibri"/>
              <a:cs typeface="Calibri"/>
            </a:endParaRPr>
          </a:p>
          <a:p>
            <a:r>
              <a:rPr lang="en-US"/>
              <a:t>"This leads to unpredictable behavior - emergent properties you didn't plan for. And all this complexity means higher computational costs and development time. So why not just use one powerful LLM instead</a:t>
            </a:r>
            <a:endParaRPr lang="it-IT"/>
          </a:p>
        </p:txBody>
      </p:sp>
      <p:sp>
        <p:nvSpPr>
          <p:cNvPr id="4" name="Slide Number Placeholder 3"/>
          <p:cNvSpPr>
            <a:spLocks noGrp="1"/>
          </p:cNvSpPr>
          <p:nvPr>
            <p:ph type="sldNum" sz="quarter" idx="5"/>
          </p:nvPr>
        </p:nvSpPr>
        <p:spPr/>
        <p:txBody>
          <a:bodyPr/>
          <a:lstStyle/>
          <a:p>
            <a:fld id="{62FBD427-8304-4799-BB2C-EC4262ACC8B7}" type="slidenum">
              <a:rPr lang="en-ID" smtClean="0"/>
              <a:t>3</a:t>
            </a:fld>
            <a:endParaRPr lang="en-ID"/>
          </a:p>
        </p:txBody>
      </p:sp>
    </p:spTree>
    <p:extLst>
      <p:ext uri="{BB962C8B-B14F-4D97-AF65-F5344CB8AC3E}">
        <p14:creationId xmlns:p14="http://schemas.microsoft.com/office/powerpoint/2010/main" val="3139585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Flexibility</a:t>
            </a:r>
            <a:endParaRPr lang="it-IT"/>
          </a:p>
          <a:p>
            <a:r>
              <a:rPr lang="en-US"/>
              <a:t>A multiagent system can adapt by swapping out individual agents or adding new ones without rebuilding everything. Need better math capabilities? Just upgrade the math agent. One monolithic LLM requires retraining the entire system.</a:t>
            </a:r>
            <a:endParaRPr lang="it-IT">
              <a:ea typeface="Calibri"/>
              <a:cs typeface="Calibri"/>
            </a:endParaRPr>
          </a:p>
          <a:p>
            <a:endParaRPr lang="en-US"/>
          </a:p>
          <a:p>
            <a:r>
              <a:rPr lang="en-US"/>
              <a:t>Scalability</a:t>
            </a:r>
            <a:endParaRPr lang="it-IT"/>
          </a:p>
          <a:p>
            <a:r>
              <a:rPr lang="en-US"/>
              <a:t>"Second, scalability. You can distribute agents across different servers, scale up specific capabilities as needed, and handle much larger workloads. One LLM hits hardware limits quickly."</a:t>
            </a:r>
            <a:endParaRPr lang="it-IT"/>
          </a:p>
          <a:p>
            <a:endParaRPr lang="en-US"/>
          </a:p>
          <a:p>
            <a:r>
              <a:rPr lang="en-US"/>
              <a:t>Performance</a:t>
            </a:r>
            <a:endParaRPr lang="it-IT"/>
          </a:p>
          <a:p>
            <a:r>
              <a:rPr lang="en-US"/>
              <a:t>"A coding-focused agent will outperform a general LLM at programming tasks. Multiple specialists working together often beat one generalist, just like in human teams."</a:t>
            </a:r>
            <a:endParaRPr lang="it-IT">
              <a:ea typeface="Calibri"/>
              <a:cs typeface="Calibri"/>
            </a:endParaRPr>
          </a:p>
        </p:txBody>
      </p:sp>
      <p:sp>
        <p:nvSpPr>
          <p:cNvPr id="4" name="Slide Number Placeholder 3"/>
          <p:cNvSpPr>
            <a:spLocks noGrp="1"/>
          </p:cNvSpPr>
          <p:nvPr>
            <p:ph type="sldNum" sz="quarter" idx="5"/>
          </p:nvPr>
        </p:nvSpPr>
        <p:spPr/>
        <p:txBody>
          <a:bodyPr/>
          <a:lstStyle/>
          <a:p>
            <a:fld id="{62FBD427-8304-4799-BB2C-EC4262ACC8B7}" type="slidenum">
              <a:rPr lang="en-ID" smtClean="0"/>
              <a:t>4</a:t>
            </a:fld>
            <a:endParaRPr lang="en-ID"/>
          </a:p>
        </p:txBody>
      </p:sp>
    </p:spTree>
    <p:extLst>
      <p:ext uri="{BB962C8B-B14F-4D97-AF65-F5344CB8AC3E}">
        <p14:creationId xmlns:p14="http://schemas.microsoft.com/office/powerpoint/2010/main" val="2821530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Agent Forest method focuses on scaling LLM performance by simply increasing the number of agents. The method employs a sampling-andvoting approach: multiple agents generate responses, and the final answer is determined through majority voting. This technique demonstrates that increasing the number of agents improves performance, particularly on complex tasks. However, it also reveals limitations: the performance gains from Agent Forest depend on the inherent difficulty of the task, with diminishing returns for overly complex or overly simple tasks;</a:t>
            </a:r>
            <a:endParaRPr lang="it-IT"/>
          </a:p>
          <a:p>
            <a:r>
              <a:rPr lang="en-US"/>
              <a:t> </a:t>
            </a:r>
            <a:endParaRPr lang="it-IT"/>
          </a:p>
          <a:p>
            <a:r>
              <a:rPr lang="en-US"/>
              <a:t>When the ensemble size scales up to 15, Llama2-13B achieves comparable accuracy with Llama2-70B. Similarly, When the ensemble size scales up to 15 and 20, Llama2-70B and GPT-3.5-Turbo achieve comparable accuracy with their more powerful counterparts. The error bars represent the standard error. </a:t>
            </a:r>
            <a:endParaRPr lang="it-IT"/>
          </a:p>
        </p:txBody>
      </p:sp>
      <p:sp>
        <p:nvSpPr>
          <p:cNvPr id="4" name="Slide Number Placeholder 3"/>
          <p:cNvSpPr>
            <a:spLocks noGrp="1"/>
          </p:cNvSpPr>
          <p:nvPr>
            <p:ph type="sldNum" sz="quarter" idx="5"/>
          </p:nvPr>
        </p:nvSpPr>
        <p:spPr/>
        <p:txBody>
          <a:bodyPr/>
          <a:lstStyle/>
          <a:p>
            <a:fld id="{62FBD427-8304-4799-BB2C-EC4262ACC8B7}" type="slidenum">
              <a:rPr lang="en-ID" smtClean="0"/>
              <a:t>5</a:t>
            </a:fld>
            <a:endParaRPr lang="en-ID"/>
          </a:p>
        </p:txBody>
      </p:sp>
    </p:spTree>
    <p:extLst>
      <p:ext uri="{BB962C8B-B14F-4D97-AF65-F5344CB8AC3E}">
        <p14:creationId xmlns:p14="http://schemas.microsoft.com/office/powerpoint/2010/main" val="1509648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Stage 1</a:t>
            </a:r>
            <a:r>
              <a:rPr lang="en-US"/>
              <a:t>: Group Discussion. During this stage, agents A are divided into groups G = {</a:t>
            </a:r>
            <a:r>
              <a:rPr lang="en-US" err="1"/>
              <a:t>Gk</a:t>
            </a:r>
            <a:r>
              <a:rPr lang="en-US"/>
              <a:t>} t k=1 with an equal size. All agents are asked to solve task Q through discussion. For each agent Ai ∈ </a:t>
            </a:r>
            <a:r>
              <a:rPr lang="en-US" err="1"/>
              <a:t>Gk</a:t>
            </a:r>
            <a:r>
              <a:rPr lang="en-US"/>
              <a:t>, all answers and explanations from Ai ∈ </a:t>
            </a:r>
            <a:r>
              <a:rPr lang="en-US" err="1"/>
              <a:t>Gk</a:t>
            </a:r>
            <a:r>
              <a:rPr lang="en-US"/>
              <a:t> in the last round are accessible where Aj ∈ </a:t>
            </a:r>
            <a:r>
              <a:rPr lang="en-US" err="1"/>
              <a:t>Gk</a:t>
            </a:r>
            <a:r>
              <a:rPr lang="en-US"/>
              <a:t> and j ̸= </a:t>
            </a:r>
            <a:r>
              <a:rPr lang="en-US" err="1"/>
              <a:t>i</a:t>
            </a:r>
            <a:r>
              <a:rPr lang="en-US"/>
              <a:t>. In contrast, they can only see the answers without explanations from agents in other groups. After R rounds of discussions, CMD moves to the voting stage. </a:t>
            </a:r>
            <a:endParaRPr lang="it-IT"/>
          </a:p>
          <a:p>
            <a:r>
              <a:rPr lang="en-US" b="1"/>
              <a:t>Stage 2</a:t>
            </a:r>
            <a:r>
              <a:rPr lang="en-US"/>
              <a:t>: Voting. When discussion reaches the maximum number of rounds, all agents A start voting. Each vote of agent in this discussion is treated equally, therefore, the result is determined by the majority decision. In the event of a tie, CMD transitions to </a:t>
            </a:r>
            <a:endParaRPr lang="it-IT"/>
          </a:p>
          <a:p>
            <a:r>
              <a:rPr lang="en-US" b="1"/>
              <a:t>Stage 3</a:t>
            </a:r>
            <a:r>
              <a:rPr lang="en-US"/>
              <a:t>. Otherwise, the discussion process concludes formally. Stage 3: Final Decision. If a tie occurs, we introduce an extra agent S in the role of the secretary to make the final decision. Each proposed answer is accompanied by an explanation selected from agents with the same opinion and provided to the secretary for the final determination. To sum up, the final decision is made by either Vote(A) or S(V, O|Q) where V = {vi} n and O = {oi} n , representing a set of viewpoints and a set of explanations respectively.</a:t>
            </a:r>
            <a:endParaRPr lang="it-IT"/>
          </a:p>
          <a:p>
            <a:r>
              <a:rPr lang="en-US" b="1"/>
              <a:t>Figure 2</a:t>
            </a:r>
            <a:r>
              <a:rPr lang="en-US"/>
              <a:t> presents a comparison between single agent settings and multi-agent discussion frame-works on FOLIO-wiki. In this figure, ‘Demo’ means that the tested single agent is provided with a demonstration case, ‘Q-Desc.’ indicates that the single agent is provided with detailed question description, while ‘Direct’ refers to the single agent without demonstrations. We observe that the single agent ‘Demo’ tends to reach a performance upper bound similar to that of all discussion frameworks, which will be further elaborated on later. This result suggests that the previous claim is NOT fully established.</a:t>
            </a:r>
            <a:br>
              <a:rPr lang="en-US">
                <a:cs typeface="+mn-lt"/>
              </a:rPr>
            </a:br>
            <a:r>
              <a:rPr lang="en-US"/>
              <a:t> </a:t>
            </a:r>
            <a:br>
              <a:rPr lang="en-US">
                <a:cs typeface="+mn-lt"/>
              </a:rPr>
            </a:br>
            <a:r>
              <a:rPr lang="en-US"/>
              <a:t>CMD has only been tested on reasoning tasks, leaving its applicability to broader domains such as strategic planning or real-time decision-making unexplored.</a:t>
            </a:r>
            <a:endParaRPr lang="it-IT"/>
          </a:p>
          <a:p>
            <a:r>
              <a:rPr lang="en-US"/>
              <a:t>In the absence of demonstrations, multi-agent discussion frameworks outperform single agents on most tasks;</a:t>
            </a:r>
            <a:endParaRPr lang="it-IT"/>
          </a:p>
          <a:p>
            <a:endParaRPr lang="en-US">
              <a:ea typeface="Calibri"/>
              <a:cs typeface="Calibri"/>
            </a:endParaRPr>
          </a:p>
        </p:txBody>
      </p:sp>
      <p:sp>
        <p:nvSpPr>
          <p:cNvPr id="4" name="Slide Number Placeholder 3"/>
          <p:cNvSpPr>
            <a:spLocks noGrp="1"/>
          </p:cNvSpPr>
          <p:nvPr>
            <p:ph type="sldNum" sz="quarter" idx="5"/>
          </p:nvPr>
        </p:nvSpPr>
        <p:spPr/>
        <p:txBody>
          <a:bodyPr/>
          <a:lstStyle/>
          <a:p>
            <a:fld id="{62FBD427-8304-4799-BB2C-EC4262ACC8B7}" type="slidenum">
              <a:rPr lang="en-ID" smtClean="0"/>
              <a:t>6</a:t>
            </a:fld>
            <a:endParaRPr lang="en-ID"/>
          </a:p>
        </p:txBody>
      </p:sp>
    </p:spTree>
    <p:extLst>
      <p:ext uri="{BB962C8B-B14F-4D97-AF65-F5344CB8AC3E}">
        <p14:creationId xmlns:p14="http://schemas.microsoft.com/office/powerpoint/2010/main" val="360587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FBD427-8304-4799-BB2C-EC4262ACC8B7}" type="slidenum">
              <a:rPr lang="en-ID" smtClean="0"/>
              <a:t>7</a:t>
            </a:fld>
            <a:endParaRPr lang="en-ID"/>
          </a:p>
        </p:txBody>
      </p:sp>
    </p:spTree>
    <p:extLst>
      <p:ext uri="{BB962C8B-B14F-4D97-AF65-F5344CB8AC3E}">
        <p14:creationId xmlns:p14="http://schemas.microsoft.com/office/powerpoint/2010/main" val="2711332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architecture is designed for handling </a:t>
            </a:r>
            <a:r>
              <a:rPr lang="en-US" b="1"/>
              <a:t>long context</a:t>
            </a:r>
            <a:r>
              <a:rPr lang="en-US"/>
              <a:t> tasks that surpass the token limits of individual LLMs. Two common strategies have emerged: 1) reducing the input length, such as retrieving relevant chunks by Retrieval-Augmented Generation (RAG), and 2) expanding the context window limit of LLM. However, both strategies have drawbacks: input reduction has no guarantee of covering the part with needed information, while window extension struggles with focusing on the pertinent information for solving the task. To mitigate these limitations, we propose Chain-of-Agents (CoA), it consists of worker agents that sequentially process portions of the input and pass their results to a manager agent, which aggregates the final output. The CoA architecture’s key innovation is the interleaved read-process method, allowing agents to process chunks of input before receiving the full context. </a:t>
            </a:r>
            <a:endParaRPr lang="it-IT"/>
          </a:p>
          <a:p>
            <a:endParaRPr lang="en-US">
              <a:ea typeface="Calibri"/>
              <a:cs typeface="Calibri"/>
            </a:endParaRPr>
          </a:p>
        </p:txBody>
      </p:sp>
      <p:sp>
        <p:nvSpPr>
          <p:cNvPr id="4" name="Slide Number Placeholder 3"/>
          <p:cNvSpPr>
            <a:spLocks noGrp="1"/>
          </p:cNvSpPr>
          <p:nvPr>
            <p:ph type="sldNum" sz="quarter" idx="5"/>
          </p:nvPr>
        </p:nvSpPr>
        <p:spPr/>
        <p:txBody>
          <a:bodyPr/>
          <a:lstStyle/>
          <a:p>
            <a:fld id="{62FBD427-8304-4799-BB2C-EC4262ACC8B7}" type="slidenum">
              <a:rPr lang="en-ID" smtClean="0"/>
              <a:t>8</a:t>
            </a:fld>
            <a:endParaRPr lang="en-ID"/>
          </a:p>
        </p:txBody>
      </p:sp>
    </p:spTree>
    <p:extLst>
      <p:ext uri="{BB962C8B-B14F-4D97-AF65-F5344CB8AC3E}">
        <p14:creationId xmlns:p14="http://schemas.microsoft.com/office/powerpoint/2010/main" val="1894345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our approach, we construct a layered MoA architecture wherein each layer comprises multiple LLM agents. Each agent takes all the outputs from agents in the previous layer as auxiliary information in generating its response. </a:t>
            </a:r>
            <a:endParaRPr lang="it-IT"/>
          </a:p>
          <a:p>
            <a:r>
              <a:rPr lang="en-US"/>
              <a:t>Agents collaborate in both proposer and aggregator roles. Proposers generate diverse responses, while aggregators synthesize the responses into high-quality outputs. </a:t>
            </a:r>
            <a:r>
              <a:rPr lang="en-US" err="1"/>
              <a:t>MoA</a:t>
            </a:r>
            <a:r>
              <a:rPr lang="en-US"/>
              <a:t> excels by leveraging the strengths of different LLMs, enabling specialized roles for various agents. Expanding the number of agents and aggregators introduces complexity in managing collaboration, which may require more sophisticated orchestration techniques in the future.</a:t>
            </a:r>
            <a:endParaRPr lang="it-IT"/>
          </a:p>
        </p:txBody>
      </p:sp>
      <p:sp>
        <p:nvSpPr>
          <p:cNvPr id="4" name="Slide Number Placeholder 3"/>
          <p:cNvSpPr>
            <a:spLocks noGrp="1"/>
          </p:cNvSpPr>
          <p:nvPr>
            <p:ph type="sldNum" sz="quarter" idx="5"/>
          </p:nvPr>
        </p:nvSpPr>
        <p:spPr/>
        <p:txBody>
          <a:bodyPr/>
          <a:lstStyle/>
          <a:p>
            <a:fld id="{62FBD427-8304-4799-BB2C-EC4262ACC8B7}" type="slidenum">
              <a:rPr lang="en-ID" smtClean="0"/>
              <a:t>9</a:t>
            </a:fld>
            <a:endParaRPr lang="en-ID"/>
          </a:p>
        </p:txBody>
      </p:sp>
    </p:spTree>
    <p:extLst>
      <p:ext uri="{BB962C8B-B14F-4D97-AF65-F5344CB8AC3E}">
        <p14:creationId xmlns:p14="http://schemas.microsoft.com/office/powerpoint/2010/main" val="2525006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crucial for multiagent systems - agents need to remember past interactions, share knowledge, and access information efficiently. There are four key memory approaches.</a:t>
            </a:r>
            <a:endParaRPr lang="it-IT" dirty="0"/>
          </a:p>
          <a:p>
            <a:endParaRPr lang="en-US" dirty="0"/>
          </a:p>
          <a:p>
            <a:r>
              <a:rPr lang="en-US" dirty="0"/>
              <a:t>Shared Memory</a:t>
            </a:r>
            <a:endParaRPr lang="it-IT" dirty="0"/>
          </a:p>
          <a:p>
            <a:r>
              <a:rPr lang="en-US" dirty="0"/>
              <a:t>First, shared memory - think of it as a centralized library that all agents can access. Every agent can read and write to this common knowledge base, ensuring everyone has access to the same core information and updates.</a:t>
            </a:r>
            <a:endParaRPr lang="it-IT" dirty="0">
              <a:ea typeface="Calibri"/>
              <a:cs typeface="Calibri"/>
            </a:endParaRPr>
          </a:p>
          <a:p>
            <a:endParaRPr lang="en-US" dirty="0"/>
          </a:p>
          <a:p>
            <a:r>
              <a:rPr lang="en-US" dirty="0"/>
              <a:t>Distributed Memory</a:t>
            </a:r>
            <a:endParaRPr lang="it-IT" dirty="0"/>
          </a:p>
          <a:p>
            <a:r>
              <a:rPr lang="en-US" dirty="0"/>
              <a:t>Second, distributed memory - each agent maintains its own specialized memory stores. Like different departments keeping their own files, this allows agents to store context and knowledge specific to their role without cluttering the shared </a:t>
            </a:r>
            <a:r>
              <a:rPr lang="en-US"/>
              <a:t>space.</a:t>
            </a:r>
            <a:endParaRPr lang="it-IT" dirty="0">
              <a:ea typeface="Calibri"/>
              <a:cs typeface="Calibri"/>
            </a:endParaRPr>
          </a:p>
        </p:txBody>
      </p:sp>
      <p:sp>
        <p:nvSpPr>
          <p:cNvPr id="4" name="Slide Number Placeholder 3"/>
          <p:cNvSpPr>
            <a:spLocks noGrp="1"/>
          </p:cNvSpPr>
          <p:nvPr>
            <p:ph type="sldNum" sz="quarter" idx="5"/>
          </p:nvPr>
        </p:nvSpPr>
        <p:spPr/>
        <p:txBody>
          <a:bodyPr/>
          <a:lstStyle/>
          <a:p>
            <a:fld id="{62FBD427-8304-4799-BB2C-EC4262ACC8B7}" type="slidenum">
              <a:rPr lang="en-ID" smtClean="0"/>
              <a:t>10</a:t>
            </a:fld>
            <a:endParaRPr lang="en-ID"/>
          </a:p>
        </p:txBody>
      </p:sp>
    </p:spTree>
    <p:extLst>
      <p:ext uri="{BB962C8B-B14F-4D97-AF65-F5344CB8AC3E}">
        <p14:creationId xmlns:p14="http://schemas.microsoft.com/office/powerpoint/2010/main" val="762112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err="1"/>
              <a:t>LangGraph</a:t>
            </a:r>
            <a:r>
              <a:rPr lang="en-US"/>
              <a:t> - This is part of the </a:t>
            </a:r>
            <a:r>
              <a:rPr lang="en-US" err="1"/>
              <a:t>LangChain</a:t>
            </a:r>
            <a:r>
              <a:rPr lang="en-US"/>
              <a:t> ecosystem and excels at creating complex workflows where agents need to maintain state and interact in cycles. Think of it as building a flowchart where agents can loop back and remember previous steps.</a:t>
            </a:r>
            <a:endParaRPr lang="it-IT"/>
          </a:p>
          <a:p>
            <a:r>
              <a:rPr lang="en-US" b="1" err="1"/>
              <a:t>CrewAI</a:t>
            </a:r>
            <a:r>
              <a:rPr lang="en-US"/>
              <a:t> - This framework treats AI agents like team members with specific roles. You can create a crew where one agent is the researcher, another is the writer, and a third is the editor - all working together on a project.</a:t>
            </a:r>
            <a:endParaRPr lang="en-US">
              <a:ea typeface="Calibri"/>
              <a:cs typeface="Calibri"/>
            </a:endParaRPr>
          </a:p>
          <a:p>
            <a:r>
              <a:rPr lang="en-US" b="1" err="1"/>
              <a:t>AutoGen</a:t>
            </a:r>
            <a:r>
              <a:rPr lang="en-US"/>
              <a:t> - Microsoft's approach focuses on conversations between agents. It's particularly strong when you need agents to discuss problems, generate code, and execute it. Great for debugging and iterative problem-solving.</a:t>
            </a:r>
            <a:endParaRPr lang="en-US">
              <a:ea typeface="Calibri"/>
              <a:cs typeface="Calibri"/>
            </a:endParaRPr>
          </a:p>
          <a:p>
            <a:r>
              <a:rPr lang="en-US" b="1"/>
              <a:t>Semantic Kernel</a:t>
            </a:r>
            <a:r>
              <a:rPr lang="en-US"/>
              <a:t> - Also from Microsoft, but this is more about integrating AI into existing enterprise applications. It's the bridge between your current codebase and AI capabilities, supporting multiple programming languages.</a:t>
            </a:r>
            <a:endParaRPr lang="en-US">
              <a:ea typeface="Calibri"/>
              <a:cs typeface="Calibri"/>
            </a:endParaRPr>
          </a:p>
          <a:p>
            <a:r>
              <a:rPr lang="en-US"/>
              <a:t>Each framework has its sweet spot - </a:t>
            </a:r>
            <a:r>
              <a:rPr lang="en-US" err="1"/>
              <a:t>LangGraph</a:t>
            </a:r>
            <a:r>
              <a:rPr lang="en-US"/>
              <a:t> for complex workflows, </a:t>
            </a:r>
            <a:r>
              <a:rPr lang="en-US" err="1"/>
              <a:t>CrewAI</a:t>
            </a:r>
            <a:r>
              <a:rPr lang="en-US"/>
              <a:t> for team-based tasks, </a:t>
            </a:r>
            <a:r>
              <a:rPr lang="en-US" err="1"/>
              <a:t>AutoGen</a:t>
            </a:r>
            <a:r>
              <a:rPr lang="en-US"/>
              <a:t> for conversational problem-solving, and Semantic Kernel for enterprise integration</a:t>
            </a:r>
            <a:br>
              <a:rPr lang="en-US">
                <a:ea typeface="Calibri"/>
                <a:cs typeface="+mn-lt"/>
              </a:rPr>
            </a:br>
            <a:br>
              <a:rPr lang="en-US">
                <a:ea typeface="Calibri"/>
                <a:cs typeface="+mn-lt"/>
              </a:rPr>
            </a:br>
            <a:r>
              <a:rPr lang="en-US">
                <a:ea typeface="Calibri"/>
                <a:cs typeface="Calibri"/>
              </a:rPr>
              <a:t>LAUNCH TO SEMANTIC KERNEL PART</a:t>
            </a:r>
            <a:endParaRPr lang="en-US"/>
          </a:p>
        </p:txBody>
      </p:sp>
      <p:sp>
        <p:nvSpPr>
          <p:cNvPr id="4" name="Slide Number Placeholder 3"/>
          <p:cNvSpPr>
            <a:spLocks noGrp="1"/>
          </p:cNvSpPr>
          <p:nvPr>
            <p:ph type="sldNum" sz="quarter" idx="5"/>
          </p:nvPr>
        </p:nvSpPr>
        <p:spPr/>
        <p:txBody>
          <a:bodyPr/>
          <a:lstStyle/>
          <a:p>
            <a:fld id="{62FBD427-8304-4799-BB2C-EC4262ACC8B7}" type="slidenum">
              <a:rPr lang="en-ID" smtClean="0"/>
              <a:t>11</a:t>
            </a:fld>
            <a:endParaRPr lang="en-ID"/>
          </a:p>
        </p:txBody>
      </p:sp>
    </p:spTree>
    <p:extLst>
      <p:ext uri="{BB962C8B-B14F-4D97-AF65-F5344CB8AC3E}">
        <p14:creationId xmlns:p14="http://schemas.microsoft.com/office/powerpoint/2010/main" val="803907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FBD427-8304-4799-BB2C-EC4262ACC8B7}" type="slidenum">
              <a:rPr lang="en-ID" smtClean="0"/>
              <a:t>13</a:t>
            </a:fld>
            <a:endParaRPr lang="en-ID"/>
          </a:p>
        </p:txBody>
      </p:sp>
    </p:spTree>
    <p:extLst>
      <p:ext uri="{BB962C8B-B14F-4D97-AF65-F5344CB8AC3E}">
        <p14:creationId xmlns:p14="http://schemas.microsoft.com/office/powerpoint/2010/main" val="2004016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572EAEA-EAB3-4393-BBF9-FE53E3BCAC9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3" name="Freeform: Shape 2">
            <a:extLst>
              <a:ext uri="{FF2B5EF4-FFF2-40B4-BE49-F238E27FC236}">
                <a16:creationId xmlns:a16="http://schemas.microsoft.com/office/drawing/2014/main" id="{7047E37E-2B4C-4D21-8A75-ACF0892DD74C}"/>
              </a:ext>
            </a:extLst>
          </p:cNvPr>
          <p:cNvSpPr/>
          <p:nvPr userDrawn="1"/>
        </p:nvSpPr>
        <p:spPr>
          <a:xfrm flipH="1" flipV="1">
            <a:off x="-2" y="-2"/>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Freeform 11">
            <a:extLst>
              <a:ext uri="{FF2B5EF4-FFF2-40B4-BE49-F238E27FC236}">
                <a16:creationId xmlns:a16="http://schemas.microsoft.com/office/drawing/2014/main" id="{485D095F-4B8A-43F3-B519-E6E5D84F3BEB}"/>
              </a:ext>
            </a:extLst>
          </p:cNvPr>
          <p:cNvSpPr>
            <a:spLocks/>
          </p:cNvSpPr>
          <p:nvPr userDrawn="1"/>
        </p:nvSpPr>
        <p:spPr bwMode="auto">
          <a:xfrm>
            <a:off x="3505215" y="3890827"/>
            <a:ext cx="1411479" cy="1540045"/>
          </a:xfrm>
          <a:custGeom>
            <a:avLst/>
            <a:gdLst>
              <a:gd name="T0" fmla="*/ 197 w 436"/>
              <a:gd name="T1" fmla="*/ 0 h 476"/>
              <a:gd name="T2" fmla="*/ 0 w 436"/>
              <a:gd name="T3" fmla="*/ 476 h 476"/>
              <a:gd name="T4" fmla="*/ 337 w 436"/>
              <a:gd name="T5" fmla="*/ 476 h 476"/>
              <a:gd name="T6" fmla="*/ 436 w 436"/>
              <a:gd name="T7" fmla="*/ 238 h 476"/>
              <a:gd name="T8" fmla="*/ 197 w 436"/>
              <a:gd name="T9" fmla="*/ 0 h 476"/>
            </a:gdLst>
            <a:ahLst/>
            <a:cxnLst>
              <a:cxn ang="0">
                <a:pos x="T0" y="T1"/>
              </a:cxn>
              <a:cxn ang="0">
                <a:pos x="T2" y="T3"/>
              </a:cxn>
              <a:cxn ang="0">
                <a:pos x="T4" y="T5"/>
              </a:cxn>
              <a:cxn ang="0">
                <a:pos x="T6" y="T7"/>
              </a:cxn>
              <a:cxn ang="0">
                <a:pos x="T8" y="T9"/>
              </a:cxn>
            </a:cxnLst>
            <a:rect l="0" t="0" r="r" b="b"/>
            <a:pathLst>
              <a:path w="436" h="476">
                <a:moveTo>
                  <a:pt x="197" y="0"/>
                </a:moveTo>
                <a:cubicBezTo>
                  <a:pt x="71" y="126"/>
                  <a:pt x="0" y="298"/>
                  <a:pt x="0" y="476"/>
                </a:cubicBezTo>
                <a:cubicBezTo>
                  <a:pt x="337" y="476"/>
                  <a:pt x="337" y="476"/>
                  <a:pt x="337" y="476"/>
                </a:cubicBezTo>
                <a:cubicBezTo>
                  <a:pt x="337" y="387"/>
                  <a:pt x="372" y="301"/>
                  <a:pt x="436" y="238"/>
                </a:cubicBezTo>
                <a:lnTo>
                  <a:pt x="197"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IN"/>
          </a:p>
        </p:txBody>
      </p:sp>
      <p:sp>
        <p:nvSpPr>
          <p:cNvPr id="5" name="Freeform: Shape 4">
            <a:extLst>
              <a:ext uri="{FF2B5EF4-FFF2-40B4-BE49-F238E27FC236}">
                <a16:creationId xmlns:a16="http://schemas.microsoft.com/office/drawing/2014/main" id="{5EF7FBF7-381D-4243-9A20-B6B1249A8927}"/>
              </a:ext>
            </a:extLst>
          </p:cNvPr>
          <p:cNvSpPr>
            <a:spLocks/>
          </p:cNvSpPr>
          <p:nvPr userDrawn="1"/>
        </p:nvSpPr>
        <p:spPr bwMode="auto">
          <a:xfrm>
            <a:off x="4381090" y="4500147"/>
            <a:ext cx="535604" cy="928675"/>
          </a:xfrm>
          <a:custGeom>
            <a:avLst/>
            <a:gdLst>
              <a:gd name="connsiteX0" fmla="*/ 422648 w 601751"/>
              <a:gd name="connsiteY0" fmla="*/ 0 h 1043365"/>
              <a:gd name="connsiteX1" fmla="*/ 601751 w 601751"/>
              <a:gd name="connsiteY1" fmla="*/ 178246 h 1043365"/>
              <a:gd name="connsiteX2" fmla="*/ 241674 w 601751"/>
              <a:gd name="connsiteY2" fmla="*/ 1043365 h 1043365"/>
              <a:gd name="connsiteX3" fmla="*/ 23523 w 601751"/>
              <a:gd name="connsiteY3" fmla="*/ 1043365 h 1043365"/>
              <a:gd name="connsiteX4" fmla="*/ 0 w 601751"/>
              <a:gd name="connsiteY4" fmla="*/ 1043365 h 1043365"/>
              <a:gd name="connsiteX5" fmla="*/ 6139 w 601751"/>
              <a:gd name="connsiteY5" fmla="*/ 921776 h 1043365"/>
              <a:gd name="connsiteX6" fmla="*/ 364986 w 601751"/>
              <a:gd name="connsiteY6" fmla="*/ 63444 h 1043365"/>
              <a:gd name="connsiteX7" fmla="*/ 422648 w 601751"/>
              <a:gd name="connsiteY7" fmla="*/ 0 h 104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751" h="1043365">
                <a:moveTo>
                  <a:pt x="422648" y="0"/>
                </a:moveTo>
                <a:lnTo>
                  <a:pt x="601751" y="178246"/>
                </a:lnTo>
                <a:cubicBezTo>
                  <a:pt x="368974" y="407248"/>
                  <a:pt x="241674" y="719854"/>
                  <a:pt x="241674" y="1043365"/>
                </a:cubicBezTo>
                <a:cubicBezTo>
                  <a:pt x="241674" y="1043365"/>
                  <a:pt x="241674" y="1043365"/>
                  <a:pt x="23523" y="1043365"/>
                </a:cubicBezTo>
                <a:lnTo>
                  <a:pt x="0" y="1043365"/>
                </a:lnTo>
                <a:lnTo>
                  <a:pt x="6139" y="921776"/>
                </a:lnTo>
                <a:cubicBezTo>
                  <a:pt x="39074" y="597475"/>
                  <a:pt x="168388" y="301666"/>
                  <a:pt x="364986" y="63444"/>
                </a:cubicBezTo>
                <a:lnTo>
                  <a:pt x="422648"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IN"/>
          </a:p>
        </p:txBody>
      </p:sp>
      <p:sp>
        <p:nvSpPr>
          <p:cNvPr id="6" name="Isosceles Triangle 5">
            <a:extLst>
              <a:ext uri="{FF2B5EF4-FFF2-40B4-BE49-F238E27FC236}">
                <a16:creationId xmlns:a16="http://schemas.microsoft.com/office/drawing/2014/main" id="{D11C833C-E69B-47F1-9E3E-AE12D5927203}"/>
              </a:ext>
            </a:extLst>
          </p:cNvPr>
          <p:cNvSpPr/>
          <p:nvPr userDrawn="1"/>
        </p:nvSpPr>
        <p:spPr>
          <a:xfrm rot="6708062">
            <a:off x="4662149" y="4961486"/>
            <a:ext cx="166120" cy="16134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12">
            <a:extLst>
              <a:ext uri="{FF2B5EF4-FFF2-40B4-BE49-F238E27FC236}">
                <a16:creationId xmlns:a16="http://schemas.microsoft.com/office/drawing/2014/main" id="{42DE0E5F-12A7-496C-A284-08DF21387B4D}"/>
              </a:ext>
            </a:extLst>
          </p:cNvPr>
          <p:cNvSpPr>
            <a:spLocks/>
          </p:cNvSpPr>
          <p:nvPr userDrawn="1"/>
        </p:nvSpPr>
        <p:spPr bwMode="auto">
          <a:xfrm>
            <a:off x="4206527" y="3171567"/>
            <a:ext cx="1541413" cy="1411479"/>
          </a:xfrm>
          <a:custGeom>
            <a:avLst/>
            <a:gdLst>
              <a:gd name="T0" fmla="*/ 476 w 476"/>
              <a:gd name="T1" fmla="*/ 0 h 436"/>
              <a:gd name="T2" fmla="*/ 0 w 476"/>
              <a:gd name="T3" fmla="*/ 197 h 436"/>
              <a:gd name="T4" fmla="*/ 238 w 476"/>
              <a:gd name="T5" fmla="*/ 436 h 436"/>
              <a:gd name="T6" fmla="*/ 476 w 476"/>
              <a:gd name="T7" fmla="*/ 337 h 436"/>
              <a:gd name="T8" fmla="*/ 476 w 476"/>
              <a:gd name="T9" fmla="*/ 0 h 436"/>
            </a:gdLst>
            <a:ahLst/>
            <a:cxnLst>
              <a:cxn ang="0">
                <a:pos x="T0" y="T1"/>
              </a:cxn>
              <a:cxn ang="0">
                <a:pos x="T2" y="T3"/>
              </a:cxn>
              <a:cxn ang="0">
                <a:pos x="T4" y="T5"/>
              </a:cxn>
              <a:cxn ang="0">
                <a:pos x="T6" y="T7"/>
              </a:cxn>
              <a:cxn ang="0">
                <a:pos x="T8" y="T9"/>
              </a:cxn>
            </a:cxnLst>
            <a:rect l="0" t="0" r="r" b="b"/>
            <a:pathLst>
              <a:path w="476" h="436">
                <a:moveTo>
                  <a:pt x="476" y="0"/>
                </a:moveTo>
                <a:cubicBezTo>
                  <a:pt x="297" y="0"/>
                  <a:pt x="126" y="71"/>
                  <a:pt x="0" y="197"/>
                </a:cubicBezTo>
                <a:cubicBezTo>
                  <a:pt x="238" y="436"/>
                  <a:pt x="238" y="436"/>
                  <a:pt x="238" y="436"/>
                </a:cubicBezTo>
                <a:cubicBezTo>
                  <a:pt x="301" y="373"/>
                  <a:pt x="387" y="337"/>
                  <a:pt x="476" y="337"/>
                </a:cubicBezTo>
                <a:lnTo>
                  <a:pt x="476"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p>
        </p:txBody>
      </p:sp>
      <p:sp>
        <p:nvSpPr>
          <p:cNvPr id="8" name="Freeform: Shape 7">
            <a:extLst>
              <a:ext uri="{FF2B5EF4-FFF2-40B4-BE49-F238E27FC236}">
                <a16:creationId xmlns:a16="http://schemas.microsoft.com/office/drawing/2014/main" id="{1C3AED3F-1E6B-4470-B488-FA632900985E}"/>
              </a:ext>
            </a:extLst>
          </p:cNvPr>
          <p:cNvSpPr>
            <a:spLocks/>
          </p:cNvSpPr>
          <p:nvPr userDrawn="1"/>
        </p:nvSpPr>
        <p:spPr bwMode="auto">
          <a:xfrm>
            <a:off x="4826348" y="4038981"/>
            <a:ext cx="921592" cy="542014"/>
          </a:xfrm>
          <a:custGeom>
            <a:avLst/>
            <a:gdLst>
              <a:gd name="connsiteX0" fmla="*/ 1035407 w 1035407"/>
              <a:gd name="connsiteY0" fmla="*/ 0 h 608952"/>
              <a:gd name="connsiteX1" fmla="*/ 1035407 w 1035407"/>
              <a:gd name="connsiteY1" fmla="*/ 248875 h 608952"/>
              <a:gd name="connsiteX2" fmla="*/ 169520 w 1035407"/>
              <a:gd name="connsiteY2" fmla="*/ 608952 h 608952"/>
              <a:gd name="connsiteX3" fmla="*/ 15411 w 1035407"/>
              <a:gd name="connsiteY3" fmla="*/ 454239 h 608952"/>
              <a:gd name="connsiteX4" fmla="*/ 0 w 1035407"/>
              <a:gd name="connsiteY4" fmla="*/ 438767 h 608952"/>
              <a:gd name="connsiteX5" fmla="*/ 82689 w 1035407"/>
              <a:gd name="connsiteY5" fmla="*/ 363613 h 608952"/>
              <a:gd name="connsiteX6" fmla="*/ 941022 w 1035407"/>
              <a:gd name="connsiteY6" fmla="*/ 4766 h 608952"/>
              <a:gd name="connsiteX7" fmla="*/ 1035407 w 1035407"/>
              <a:gd name="connsiteY7" fmla="*/ 0 h 608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5407" h="608952">
                <a:moveTo>
                  <a:pt x="1035407" y="0"/>
                </a:moveTo>
                <a:lnTo>
                  <a:pt x="1035407" y="248875"/>
                </a:lnTo>
                <a:cubicBezTo>
                  <a:pt x="711609" y="248875"/>
                  <a:pt x="398725" y="379812"/>
                  <a:pt x="169520" y="608952"/>
                </a:cubicBezTo>
                <a:cubicBezTo>
                  <a:pt x="169520" y="608952"/>
                  <a:pt x="169520" y="608952"/>
                  <a:pt x="15411" y="454239"/>
                </a:cubicBezTo>
                <a:lnTo>
                  <a:pt x="0" y="438767"/>
                </a:lnTo>
                <a:lnTo>
                  <a:pt x="82689" y="363613"/>
                </a:lnTo>
                <a:cubicBezTo>
                  <a:pt x="320912" y="167015"/>
                  <a:pt x="616721" y="37701"/>
                  <a:pt x="941022" y="4766"/>
                </a:cubicBezTo>
                <a:lnTo>
                  <a:pt x="1035407"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IN"/>
          </a:p>
        </p:txBody>
      </p:sp>
      <p:sp>
        <p:nvSpPr>
          <p:cNvPr id="9" name="Isosceles Triangle 8">
            <a:extLst>
              <a:ext uri="{FF2B5EF4-FFF2-40B4-BE49-F238E27FC236}">
                <a16:creationId xmlns:a16="http://schemas.microsoft.com/office/drawing/2014/main" id="{BD7C83CF-C53C-4DC4-810F-7E3BE9DD64CD}"/>
              </a:ext>
            </a:extLst>
          </p:cNvPr>
          <p:cNvSpPr/>
          <p:nvPr userDrawn="1"/>
        </p:nvSpPr>
        <p:spPr>
          <a:xfrm rot="9556302">
            <a:off x="5274695" y="4335046"/>
            <a:ext cx="166120" cy="16134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41C4D4F3-5436-47DF-9F68-4C256D7E64A3}"/>
              </a:ext>
            </a:extLst>
          </p:cNvPr>
          <p:cNvSpPr>
            <a:spLocks/>
          </p:cNvSpPr>
          <p:nvPr userDrawn="1"/>
        </p:nvSpPr>
        <p:spPr bwMode="auto">
          <a:xfrm>
            <a:off x="5866766" y="3169516"/>
            <a:ext cx="1544148" cy="1411479"/>
          </a:xfrm>
          <a:custGeom>
            <a:avLst/>
            <a:gdLst>
              <a:gd name="T0" fmla="*/ 477 w 477"/>
              <a:gd name="T1" fmla="*/ 198 h 436"/>
              <a:gd name="T2" fmla="*/ 0 w 477"/>
              <a:gd name="T3" fmla="*/ 0 h 436"/>
              <a:gd name="T4" fmla="*/ 0 w 477"/>
              <a:gd name="T5" fmla="*/ 337 h 436"/>
              <a:gd name="T6" fmla="*/ 239 w 477"/>
              <a:gd name="T7" fmla="*/ 436 h 436"/>
              <a:gd name="T8" fmla="*/ 477 w 477"/>
              <a:gd name="T9" fmla="*/ 198 h 436"/>
            </a:gdLst>
            <a:ahLst/>
            <a:cxnLst>
              <a:cxn ang="0">
                <a:pos x="T0" y="T1"/>
              </a:cxn>
              <a:cxn ang="0">
                <a:pos x="T2" y="T3"/>
              </a:cxn>
              <a:cxn ang="0">
                <a:pos x="T4" y="T5"/>
              </a:cxn>
              <a:cxn ang="0">
                <a:pos x="T6" y="T7"/>
              </a:cxn>
              <a:cxn ang="0">
                <a:pos x="T8" y="T9"/>
              </a:cxn>
            </a:cxnLst>
            <a:rect l="0" t="0" r="r" b="b"/>
            <a:pathLst>
              <a:path w="477" h="436">
                <a:moveTo>
                  <a:pt x="477" y="198"/>
                </a:moveTo>
                <a:cubicBezTo>
                  <a:pt x="351" y="71"/>
                  <a:pt x="179" y="0"/>
                  <a:pt x="0" y="0"/>
                </a:cubicBezTo>
                <a:cubicBezTo>
                  <a:pt x="0" y="337"/>
                  <a:pt x="0" y="337"/>
                  <a:pt x="0" y="337"/>
                </a:cubicBezTo>
                <a:cubicBezTo>
                  <a:pt x="90" y="337"/>
                  <a:pt x="175" y="373"/>
                  <a:pt x="239" y="436"/>
                </a:cubicBezTo>
                <a:lnTo>
                  <a:pt x="477" y="198"/>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IN"/>
          </a:p>
        </p:txBody>
      </p:sp>
      <p:sp>
        <p:nvSpPr>
          <p:cNvPr id="11" name="Freeform: Shape 10">
            <a:extLst>
              <a:ext uri="{FF2B5EF4-FFF2-40B4-BE49-F238E27FC236}">
                <a16:creationId xmlns:a16="http://schemas.microsoft.com/office/drawing/2014/main" id="{B82AF718-C13C-4782-A04C-88C0FA2586AB}"/>
              </a:ext>
            </a:extLst>
          </p:cNvPr>
          <p:cNvSpPr>
            <a:spLocks/>
          </p:cNvSpPr>
          <p:nvPr userDrawn="1"/>
        </p:nvSpPr>
        <p:spPr bwMode="auto">
          <a:xfrm>
            <a:off x="5866766" y="4038689"/>
            <a:ext cx="925147" cy="540255"/>
          </a:xfrm>
          <a:custGeom>
            <a:avLst/>
            <a:gdLst>
              <a:gd name="connsiteX0" fmla="*/ 0 w 1039402"/>
              <a:gd name="connsiteY0" fmla="*/ 0 h 606976"/>
              <a:gd name="connsiteX1" fmla="*/ 100894 w 1039402"/>
              <a:gd name="connsiteY1" fmla="*/ 5095 h 606976"/>
              <a:gd name="connsiteX2" fmla="*/ 959226 w 1039402"/>
              <a:gd name="connsiteY2" fmla="*/ 363942 h 606976"/>
              <a:gd name="connsiteX3" fmla="*/ 1039402 w 1039402"/>
              <a:gd name="connsiteY3" fmla="*/ 436811 h 606976"/>
              <a:gd name="connsiteX4" fmla="*/ 869243 w 1039402"/>
              <a:gd name="connsiteY4" fmla="*/ 606976 h 606976"/>
              <a:gd name="connsiteX5" fmla="*/ 0 w 1039402"/>
              <a:gd name="connsiteY5" fmla="*/ 246899 h 606976"/>
              <a:gd name="connsiteX6" fmla="*/ 0 w 1039402"/>
              <a:gd name="connsiteY6" fmla="*/ 28748 h 606976"/>
              <a:gd name="connsiteX7" fmla="*/ 0 w 1039402"/>
              <a:gd name="connsiteY7" fmla="*/ 0 h 60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9402" h="606976">
                <a:moveTo>
                  <a:pt x="0" y="0"/>
                </a:moveTo>
                <a:lnTo>
                  <a:pt x="100894" y="5095"/>
                </a:lnTo>
                <a:cubicBezTo>
                  <a:pt x="425195" y="38030"/>
                  <a:pt x="721004" y="167344"/>
                  <a:pt x="959226" y="363942"/>
                </a:cubicBezTo>
                <a:lnTo>
                  <a:pt x="1039402" y="436811"/>
                </a:lnTo>
                <a:lnTo>
                  <a:pt x="869243" y="606976"/>
                </a:lnTo>
                <a:cubicBezTo>
                  <a:pt x="636475" y="377836"/>
                  <a:pt x="327330" y="246899"/>
                  <a:pt x="0" y="246899"/>
                </a:cubicBezTo>
                <a:cubicBezTo>
                  <a:pt x="0" y="246899"/>
                  <a:pt x="0" y="246899"/>
                  <a:pt x="0" y="28748"/>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IN"/>
          </a:p>
        </p:txBody>
      </p:sp>
      <p:sp>
        <p:nvSpPr>
          <p:cNvPr id="12" name="Isosceles Triangle 11">
            <a:extLst>
              <a:ext uri="{FF2B5EF4-FFF2-40B4-BE49-F238E27FC236}">
                <a16:creationId xmlns:a16="http://schemas.microsoft.com/office/drawing/2014/main" id="{633D4175-34CC-425D-9741-1F4F6E8D604D}"/>
              </a:ext>
            </a:extLst>
          </p:cNvPr>
          <p:cNvSpPr/>
          <p:nvPr userDrawn="1"/>
        </p:nvSpPr>
        <p:spPr>
          <a:xfrm rot="12122447">
            <a:off x="6166493" y="4328207"/>
            <a:ext cx="166120" cy="16134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D6557E2B-EF3A-468F-A7C1-2B7401BAB9BA}"/>
              </a:ext>
            </a:extLst>
          </p:cNvPr>
          <p:cNvSpPr>
            <a:spLocks/>
          </p:cNvSpPr>
          <p:nvPr userDrawn="1"/>
        </p:nvSpPr>
        <p:spPr bwMode="auto">
          <a:xfrm>
            <a:off x="6706541" y="3890827"/>
            <a:ext cx="1408744" cy="1544148"/>
          </a:xfrm>
          <a:custGeom>
            <a:avLst/>
            <a:gdLst>
              <a:gd name="T0" fmla="*/ 435 w 435"/>
              <a:gd name="T1" fmla="*/ 477 h 477"/>
              <a:gd name="T2" fmla="*/ 238 w 435"/>
              <a:gd name="T3" fmla="*/ 0 h 477"/>
              <a:gd name="T4" fmla="*/ 0 w 435"/>
              <a:gd name="T5" fmla="*/ 239 h 477"/>
              <a:gd name="T6" fmla="*/ 98 w 435"/>
              <a:gd name="T7" fmla="*/ 477 h 477"/>
              <a:gd name="T8" fmla="*/ 435 w 435"/>
              <a:gd name="T9" fmla="*/ 477 h 477"/>
            </a:gdLst>
            <a:ahLst/>
            <a:cxnLst>
              <a:cxn ang="0">
                <a:pos x="T0" y="T1"/>
              </a:cxn>
              <a:cxn ang="0">
                <a:pos x="T2" y="T3"/>
              </a:cxn>
              <a:cxn ang="0">
                <a:pos x="T4" y="T5"/>
              </a:cxn>
              <a:cxn ang="0">
                <a:pos x="T6" y="T7"/>
              </a:cxn>
              <a:cxn ang="0">
                <a:pos x="T8" y="T9"/>
              </a:cxn>
            </a:cxnLst>
            <a:rect l="0" t="0" r="r" b="b"/>
            <a:pathLst>
              <a:path w="435" h="477">
                <a:moveTo>
                  <a:pt x="435" y="477"/>
                </a:moveTo>
                <a:cubicBezTo>
                  <a:pt x="435" y="298"/>
                  <a:pt x="364" y="127"/>
                  <a:pt x="238" y="0"/>
                </a:cubicBezTo>
                <a:cubicBezTo>
                  <a:pt x="0" y="239"/>
                  <a:pt x="0" y="239"/>
                  <a:pt x="0" y="239"/>
                </a:cubicBezTo>
                <a:cubicBezTo>
                  <a:pt x="63" y="302"/>
                  <a:pt x="98" y="388"/>
                  <a:pt x="98" y="477"/>
                </a:cubicBezTo>
                <a:lnTo>
                  <a:pt x="435" y="47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p>
        </p:txBody>
      </p:sp>
      <p:sp>
        <p:nvSpPr>
          <p:cNvPr id="14" name="Freeform: Shape 13">
            <a:extLst>
              <a:ext uri="{FF2B5EF4-FFF2-40B4-BE49-F238E27FC236}">
                <a16:creationId xmlns:a16="http://schemas.microsoft.com/office/drawing/2014/main" id="{92B17920-5180-4801-BC69-152B2A101745}"/>
              </a:ext>
            </a:extLst>
          </p:cNvPr>
          <p:cNvSpPr>
            <a:spLocks/>
          </p:cNvSpPr>
          <p:nvPr userDrawn="1"/>
        </p:nvSpPr>
        <p:spPr bwMode="auto">
          <a:xfrm>
            <a:off x="6706541" y="4502787"/>
            <a:ext cx="533076" cy="930137"/>
          </a:xfrm>
          <a:custGeom>
            <a:avLst/>
            <a:gdLst>
              <a:gd name="connsiteX0" fmla="*/ 178723 w 598910"/>
              <a:gd name="connsiteY0" fmla="*/ 0 h 1045008"/>
              <a:gd name="connsiteX1" fmla="*/ 233690 w 598910"/>
              <a:gd name="connsiteY1" fmla="*/ 60478 h 1045008"/>
              <a:gd name="connsiteX2" fmla="*/ 592537 w 598910"/>
              <a:gd name="connsiteY2" fmla="*/ 918811 h 1045008"/>
              <a:gd name="connsiteX3" fmla="*/ 598910 w 598910"/>
              <a:gd name="connsiteY3" fmla="*/ 1045008 h 1045008"/>
              <a:gd name="connsiteX4" fmla="*/ 356567 w 598910"/>
              <a:gd name="connsiteY4" fmla="*/ 1045008 h 1045008"/>
              <a:gd name="connsiteX5" fmla="*/ 0 w 598910"/>
              <a:gd name="connsiteY5" fmla="*/ 179403 h 1045008"/>
              <a:gd name="connsiteX6" fmla="*/ 154120 w 598910"/>
              <a:gd name="connsiteY6" fmla="*/ 24696 h 1045008"/>
              <a:gd name="connsiteX7" fmla="*/ 178723 w 598910"/>
              <a:gd name="connsiteY7" fmla="*/ 0 h 104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910" h="1045008">
                <a:moveTo>
                  <a:pt x="178723" y="0"/>
                </a:moveTo>
                <a:lnTo>
                  <a:pt x="233690" y="60478"/>
                </a:lnTo>
                <a:cubicBezTo>
                  <a:pt x="430289" y="298701"/>
                  <a:pt x="559603" y="594510"/>
                  <a:pt x="592537" y="918811"/>
                </a:cubicBezTo>
                <a:lnTo>
                  <a:pt x="598910" y="1045008"/>
                </a:lnTo>
                <a:lnTo>
                  <a:pt x="356567" y="1045008"/>
                </a:lnTo>
                <a:cubicBezTo>
                  <a:pt x="356567" y="721315"/>
                  <a:pt x="229222" y="408534"/>
                  <a:pt x="0" y="179403"/>
                </a:cubicBezTo>
                <a:cubicBezTo>
                  <a:pt x="0" y="179403"/>
                  <a:pt x="0" y="179403"/>
                  <a:pt x="154120" y="24696"/>
                </a:cubicBezTo>
                <a:lnTo>
                  <a:pt x="178723"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IN"/>
          </a:p>
        </p:txBody>
      </p:sp>
      <p:sp>
        <p:nvSpPr>
          <p:cNvPr id="15" name="Isosceles Triangle 14">
            <a:extLst>
              <a:ext uri="{FF2B5EF4-FFF2-40B4-BE49-F238E27FC236}">
                <a16:creationId xmlns:a16="http://schemas.microsoft.com/office/drawing/2014/main" id="{336B8B3F-4204-4F4A-854A-271E2E7021E4}"/>
              </a:ext>
            </a:extLst>
          </p:cNvPr>
          <p:cNvSpPr/>
          <p:nvPr userDrawn="1"/>
        </p:nvSpPr>
        <p:spPr>
          <a:xfrm rot="14781373">
            <a:off x="6798666" y="4969327"/>
            <a:ext cx="166120" cy="16134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59828A56-FC1C-4E74-BB3B-6143DD20D0DB}"/>
              </a:ext>
            </a:extLst>
          </p:cNvPr>
          <p:cNvSpPr/>
          <p:nvPr userDrawn="1"/>
        </p:nvSpPr>
        <p:spPr>
          <a:xfrm rot="16200000">
            <a:off x="8403796" y="3122091"/>
            <a:ext cx="1341750" cy="2656912"/>
          </a:xfrm>
          <a:prstGeom prst="wedgeRoundRectCallout">
            <a:avLst>
              <a:gd name="adj1" fmla="val 13132"/>
              <a:gd name="adj2" fmla="val -15927"/>
              <a:gd name="adj3" fmla="val 16667"/>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Speech Bubble: Rectangle with Corners Rounded 16">
            <a:extLst>
              <a:ext uri="{FF2B5EF4-FFF2-40B4-BE49-F238E27FC236}">
                <a16:creationId xmlns:a16="http://schemas.microsoft.com/office/drawing/2014/main" id="{2BD0D330-FC40-40CA-B5AF-CB0305600756}"/>
              </a:ext>
            </a:extLst>
          </p:cNvPr>
          <p:cNvSpPr/>
          <p:nvPr userDrawn="1"/>
        </p:nvSpPr>
        <p:spPr>
          <a:xfrm rot="16200000">
            <a:off x="1878697" y="3210027"/>
            <a:ext cx="1341750" cy="2656912"/>
          </a:xfrm>
          <a:prstGeom prst="wedgeRoundRectCallout">
            <a:avLst>
              <a:gd name="adj1" fmla="val 13132"/>
              <a:gd name="adj2" fmla="val -15927"/>
              <a:gd name="adj3" fmla="val 16667"/>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Speech Bubble: Rectangle with Corners Rounded 17">
            <a:extLst>
              <a:ext uri="{FF2B5EF4-FFF2-40B4-BE49-F238E27FC236}">
                <a16:creationId xmlns:a16="http://schemas.microsoft.com/office/drawing/2014/main" id="{2C1AAD45-98FA-4B6B-BBB7-481B10EC6796}"/>
              </a:ext>
            </a:extLst>
          </p:cNvPr>
          <p:cNvSpPr/>
          <p:nvPr userDrawn="1"/>
        </p:nvSpPr>
        <p:spPr>
          <a:xfrm rot="16200000">
            <a:off x="3004399" y="1607469"/>
            <a:ext cx="1341750" cy="2656912"/>
          </a:xfrm>
          <a:prstGeom prst="wedgeRoundRectCallout">
            <a:avLst>
              <a:gd name="adj1" fmla="val 13132"/>
              <a:gd name="adj2" fmla="val -15927"/>
              <a:gd name="adj3" fmla="val 16667"/>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Speech Bubble: Rectangle with Corners Rounded 18">
            <a:extLst>
              <a:ext uri="{FF2B5EF4-FFF2-40B4-BE49-F238E27FC236}">
                <a16:creationId xmlns:a16="http://schemas.microsoft.com/office/drawing/2014/main" id="{AE09D05F-3DC0-468F-81A0-B3E1DEE12D23}"/>
              </a:ext>
            </a:extLst>
          </p:cNvPr>
          <p:cNvSpPr/>
          <p:nvPr userDrawn="1"/>
        </p:nvSpPr>
        <p:spPr>
          <a:xfrm rot="16200000">
            <a:off x="7540978" y="1607469"/>
            <a:ext cx="1341750" cy="2656912"/>
          </a:xfrm>
          <a:prstGeom prst="wedgeRoundRectCallout">
            <a:avLst>
              <a:gd name="adj1" fmla="val 13132"/>
              <a:gd name="adj2" fmla="val -15927"/>
              <a:gd name="adj3" fmla="val 16667"/>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Oval 19">
            <a:extLst>
              <a:ext uri="{FF2B5EF4-FFF2-40B4-BE49-F238E27FC236}">
                <a16:creationId xmlns:a16="http://schemas.microsoft.com/office/drawing/2014/main" id="{A3ED2E83-083D-424C-ABF5-928D0BD4451E}"/>
              </a:ext>
            </a:extLst>
          </p:cNvPr>
          <p:cNvSpPr/>
          <p:nvPr userDrawn="1"/>
        </p:nvSpPr>
        <p:spPr>
          <a:xfrm>
            <a:off x="4882717" y="4630831"/>
            <a:ext cx="1855066" cy="1855066"/>
          </a:xfrm>
          <a:prstGeom prst="ellipse">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1" name="Text Placeholder 8">
            <a:extLst>
              <a:ext uri="{FF2B5EF4-FFF2-40B4-BE49-F238E27FC236}">
                <a16:creationId xmlns:a16="http://schemas.microsoft.com/office/drawing/2014/main" id="{A09E5693-BB55-4385-9924-9BA96752042E}"/>
              </a:ext>
            </a:extLst>
          </p:cNvPr>
          <p:cNvSpPr>
            <a:spLocks noGrp="1"/>
          </p:cNvSpPr>
          <p:nvPr>
            <p:ph type="body" sz="quarter" idx="11"/>
          </p:nvPr>
        </p:nvSpPr>
        <p:spPr>
          <a:xfrm>
            <a:off x="572278" y="987934"/>
            <a:ext cx="10921221"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23" name="Picture Placeholder 22">
            <a:extLst>
              <a:ext uri="{FF2B5EF4-FFF2-40B4-BE49-F238E27FC236}">
                <a16:creationId xmlns:a16="http://schemas.microsoft.com/office/drawing/2014/main" id="{5252D789-4C6C-4299-9D1C-28BCD856D9ED}"/>
              </a:ext>
            </a:extLst>
          </p:cNvPr>
          <p:cNvSpPr>
            <a:spLocks noGrp="1"/>
          </p:cNvSpPr>
          <p:nvPr>
            <p:ph type="pic" sz="quarter" idx="12"/>
          </p:nvPr>
        </p:nvSpPr>
        <p:spPr>
          <a:xfrm>
            <a:off x="5307912" y="5061617"/>
            <a:ext cx="1003300" cy="1003300"/>
          </a:xfrm>
          <a:prstGeom prst="rect">
            <a:avLst/>
          </a:prstGeom>
        </p:spPr>
        <p:txBody>
          <a:bodyPr/>
          <a:lstStyle>
            <a:lvl1pPr>
              <a:defRPr sz="100"/>
            </a:lvl1pPr>
          </a:lstStyle>
          <a:p>
            <a:endParaRPr lang="en-PK"/>
          </a:p>
        </p:txBody>
      </p:sp>
      <p:sp>
        <p:nvSpPr>
          <p:cNvPr id="24" name="Text Placeholder 10">
            <a:extLst>
              <a:ext uri="{FF2B5EF4-FFF2-40B4-BE49-F238E27FC236}">
                <a16:creationId xmlns:a16="http://schemas.microsoft.com/office/drawing/2014/main" id="{D143FBE6-E88B-4FBE-BE91-72F27A3EF88E}"/>
              </a:ext>
            </a:extLst>
          </p:cNvPr>
          <p:cNvSpPr>
            <a:spLocks noGrp="1"/>
          </p:cNvSpPr>
          <p:nvPr>
            <p:ph type="body" sz="quarter" idx="13"/>
          </p:nvPr>
        </p:nvSpPr>
        <p:spPr>
          <a:xfrm>
            <a:off x="1299121" y="3991134"/>
            <a:ext cx="2480835" cy="1070483"/>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25" name="Text Placeholder 10">
            <a:extLst>
              <a:ext uri="{FF2B5EF4-FFF2-40B4-BE49-F238E27FC236}">
                <a16:creationId xmlns:a16="http://schemas.microsoft.com/office/drawing/2014/main" id="{7FB83540-290C-4929-89F7-566E2FD00B9D}"/>
              </a:ext>
            </a:extLst>
          </p:cNvPr>
          <p:cNvSpPr>
            <a:spLocks noGrp="1"/>
          </p:cNvSpPr>
          <p:nvPr>
            <p:ph type="body" sz="quarter" idx="14"/>
          </p:nvPr>
        </p:nvSpPr>
        <p:spPr>
          <a:xfrm>
            <a:off x="2434856" y="2400682"/>
            <a:ext cx="2480835" cy="1070483"/>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26" name="Text Placeholder 10">
            <a:extLst>
              <a:ext uri="{FF2B5EF4-FFF2-40B4-BE49-F238E27FC236}">
                <a16:creationId xmlns:a16="http://schemas.microsoft.com/office/drawing/2014/main" id="{DCB731EF-853D-403F-9895-1C8B10D31362}"/>
              </a:ext>
            </a:extLst>
          </p:cNvPr>
          <p:cNvSpPr>
            <a:spLocks noGrp="1"/>
          </p:cNvSpPr>
          <p:nvPr>
            <p:ph type="body" sz="quarter" idx="15"/>
          </p:nvPr>
        </p:nvSpPr>
        <p:spPr>
          <a:xfrm>
            <a:off x="6971435" y="2400682"/>
            <a:ext cx="2480835" cy="1070483"/>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27" name="Text Placeholder 10">
            <a:extLst>
              <a:ext uri="{FF2B5EF4-FFF2-40B4-BE49-F238E27FC236}">
                <a16:creationId xmlns:a16="http://schemas.microsoft.com/office/drawing/2014/main" id="{50CE764F-B9A7-4D55-96A2-DF2BF0C3B14C}"/>
              </a:ext>
            </a:extLst>
          </p:cNvPr>
          <p:cNvSpPr>
            <a:spLocks noGrp="1"/>
          </p:cNvSpPr>
          <p:nvPr>
            <p:ph type="body" sz="quarter" idx="16"/>
          </p:nvPr>
        </p:nvSpPr>
        <p:spPr>
          <a:xfrm>
            <a:off x="7833468" y="3894001"/>
            <a:ext cx="2480835" cy="1070483"/>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28" name="Text Placeholder 10">
            <a:extLst>
              <a:ext uri="{FF2B5EF4-FFF2-40B4-BE49-F238E27FC236}">
                <a16:creationId xmlns:a16="http://schemas.microsoft.com/office/drawing/2014/main" id="{65CB51FA-3B7D-4271-9286-B11E4A198BFB}"/>
              </a:ext>
            </a:extLst>
          </p:cNvPr>
          <p:cNvSpPr>
            <a:spLocks noGrp="1"/>
          </p:cNvSpPr>
          <p:nvPr>
            <p:ph type="body" sz="quarter" idx="17" hasCustomPrompt="1"/>
          </p:nvPr>
        </p:nvSpPr>
        <p:spPr>
          <a:xfrm>
            <a:off x="3996855" y="4496565"/>
            <a:ext cx="422679" cy="424422"/>
          </a:xfrm>
          <a:prstGeom prst="rect">
            <a:avLst/>
          </a:prstGeom>
        </p:spPr>
        <p:txBody>
          <a:bodyPr/>
          <a:lstStyle>
            <a:lvl1pPr marL="0" indent="0">
              <a:buClr>
                <a:schemeClr val="accent3"/>
              </a:buClr>
              <a:buFont typeface="Wingdings" panose="05000000000000000000" pitchFamily="2" charset="2"/>
              <a:buNone/>
              <a:defRPr sz="3200" b="1">
                <a:solidFill>
                  <a:schemeClr val="accent4"/>
                </a:solidFill>
              </a:defRPr>
            </a:lvl1pPr>
          </a:lstStyle>
          <a:p>
            <a:pPr lvl="0"/>
            <a:r>
              <a:rPr lang="en-US"/>
              <a:t>0</a:t>
            </a:r>
          </a:p>
        </p:txBody>
      </p:sp>
      <p:sp>
        <p:nvSpPr>
          <p:cNvPr id="29" name="Text Placeholder 10">
            <a:extLst>
              <a:ext uri="{FF2B5EF4-FFF2-40B4-BE49-F238E27FC236}">
                <a16:creationId xmlns:a16="http://schemas.microsoft.com/office/drawing/2014/main" id="{7C1BF046-4919-407C-B731-EA5A218FE3AB}"/>
              </a:ext>
            </a:extLst>
          </p:cNvPr>
          <p:cNvSpPr>
            <a:spLocks noGrp="1"/>
          </p:cNvSpPr>
          <p:nvPr>
            <p:ph type="body" sz="quarter" idx="18" hasCustomPrompt="1"/>
          </p:nvPr>
        </p:nvSpPr>
        <p:spPr>
          <a:xfrm>
            <a:off x="4930170" y="3588616"/>
            <a:ext cx="422679" cy="424422"/>
          </a:xfrm>
          <a:prstGeom prst="rect">
            <a:avLst/>
          </a:prstGeom>
        </p:spPr>
        <p:txBody>
          <a:bodyPr/>
          <a:lstStyle>
            <a:lvl1pPr marL="0" indent="0">
              <a:buClr>
                <a:schemeClr val="accent3"/>
              </a:buClr>
              <a:buFont typeface="Wingdings" panose="05000000000000000000" pitchFamily="2" charset="2"/>
              <a:buNone/>
              <a:defRPr sz="3200" b="1">
                <a:solidFill>
                  <a:schemeClr val="bg1"/>
                </a:solidFill>
              </a:defRPr>
            </a:lvl1pPr>
          </a:lstStyle>
          <a:p>
            <a:pPr lvl="0"/>
            <a:r>
              <a:rPr lang="en-US"/>
              <a:t>0</a:t>
            </a:r>
          </a:p>
        </p:txBody>
      </p:sp>
      <p:sp>
        <p:nvSpPr>
          <p:cNvPr id="31" name="Text Placeholder 10">
            <a:extLst>
              <a:ext uri="{FF2B5EF4-FFF2-40B4-BE49-F238E27FC236}">
                <a16:creationId xmlns:a16="http://schemas.microsoft.com/office/drawing/2014/main" id="{89469CA6-BC37-4657-8B4B-50E650C35DA6}"/>
              </a:ext>
            </a:extLst>
          </p:cNvPr>
          <p:cNvSpPr>
            <a:spLocks noGrp="1"/>
          </p:cNvSpPr>
          <p:nvPr>
            <p:ph type="body" sz="quarter" idx="19" hasCustomPrompt="1"/>
          </p:nvPr>
        </p:nvSpPr>
        <p:spPr>
          <a:xfrm>
            <a:off x="6269372" y="3588616"/>
            <a:ext cx="422679" cy="424422"/>
          </a:xfrm>
          <a:prstGeom prst="rect">
            <a:avLst/>
          </a:prstGeom>
        </p:spPr>
        <p:txBody>
          <a:bodyPr/>
          <a:lstStyle>
            <a:lvl1pPr marL="0" indent="0">
              <a:buClr>
                <a:schemeClr val="accent3"/>
              </a:buClr>
              <a:buFont typeface="Wingdings" panose="05000000000000000000" pitchFamily="2" charset="2"/>
              <a:buNone/>
              <a:defRPr sz="3200" b="1">
                <a:solidFill>
                  <a:schemeClr val="accent4"/>
                </a:solidFill>
              </a:defRPr>
            </a:lvl1pPr>
          </a:lstStyle>
          <a:p>
            <a:pPr lvl="0"/>
            <a:r>
              <a:rPr lang="en-US"/>
              <a:t>0</a:t>
            </a:r>
          </a:p>
        </p:txBody>
      </p:sp>
      <p:sp>
        <p:nvSpPr>
          <p:cNvPr id="32" name="Text Placeholder 10">
            <a:extLst>
              <a:ext uri="{FF2B5EF4-FFF2-40B4-BE49-F238E27FC236}">
                <a16:creationId xmlns:a16="http://schemas.microsoft.com/office/drawing/2014/main" id="{B06C1EA4-0D11-4BA2-836D-70C0391E6BA2}"/>
              </a:ext>
            </a:extLst>
          </p:cNvPr>
          <p:cNvSpPr>
            <a:spLocks noGrp="1"/>
          </p:cNvSpPr>
          <p:nvPr>
            <p:ph type="body" sz="quarter" idx="20" hasCustomPrompt="1"/>
          </p:nvPr>
        </p:nvSpPr>
        <p:spPr>
          <a:xfrm>
            <a:off x="7211020" y="4538483"/>
            <a:ext cx="422679" cy="424422"/>
          </a:xfrm>
          <a:prstGeom prst="rect">
            <a:avLst/>
          </a:prstGeom>
        </p:spPr>
        <p:txBody>
          <a:bodyPr/>
          <a:lstStyle>
            <a:lvl1pPr marL="0" indent="0">
              <a:buClr>
                <a:schemeClr val="accent3"/>
              </a:buClr>
              <a:buFont typeface="Wingdings" panose="05000000000000000000" pitchFamily="2" charset="2"/>
              <a:buNone/>
              <a:defRPr sz="3200" b="1">
                <a:solidFill>
                  <a:schemeClr val="bg1"/>
                </a:solidFill>
              </a:defRPr>
            </a:lvl1pPr>
          </a:lstStyle>
          <a:p>
            <a:pPr lvl="0"/>
            <a:r>
              <a:rPr lang="en-US"/>
              <a:t>0</a:t>
            </a:r>
          </a:p>
        </p:txBody>
      </p:sp>
      <p:pic>
        <p:nvPicPr>
          <p:cNvPr id="33" name="Picture 32">
            <a:extLst>
              <a:ext uri="{FF2B5EF4-FFF2-40B4-BE49-F238E27FC236}">
                <a16:creationId xmlns:a16="http://schemas.microsoft.com/office/drawing/2014/main" id="{D755F2B9-7655-43A8-9EB9-C11CC057271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34" name="Oval 33">
            <a:extLst>
              <a:ext uri="{FF2B5EF4-FFF2-40B4-BE49-F238E27FC236}">
                <a16:creationId xmlns:a16="http://schemas.microsoft.com/office/drawing/2014/main" id="{412AB90D-2B72-4438-AAE5-D370A84486E1}"/>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4681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572EAEA-EAB3-4393-BBF9-FE53E3BCAC9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3" name="Freeform: Shape 2">
            <a:extLst>
              <a:ext uri="{FF2B5EF4-FFF2-40B4-BE49-F238E27FC236}">
                <a16:creationId xmlns:a16="http://schemas.microsoft.com/office/drawing/2014/main" id="{7047E37E-2B4C-4D21-8A75-ACF0892DD74C}"/>
              </a:ext>
            </a:extLst>
          </p:cNvPr>
          <p:cNvSpPr/>
          <p:nvPr userDrawn="1"/>
        </p:nvSpPr>
        <p:spPr>
          <a:xfrm flipH="1" flipV="1">
            <a:off x="0" y="-17404"/>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21" name="Text Placeholder 8">
            <a:extLst>
              <a:ext uri="{FF2B5EF4-FFF2-40B4-BE49-F238E27FC236}">
                <a16:creationId xmlns:a16="http://schemas.microsoft.com/office/drawing/2014/main" id="{A09E5693-BB55-4385-9924-9BA96752042E}"/>
              </a:ext>
            </a:extLst>
          </p:cNvPr>
          <p:cNvSpPr>
            <a:spLocks noGrp="1"/>
          </p:cNvSpPr>
          <p:nvPr>
            <p:ph type="body" sz="quarter" idx="11"/>
          </p:nvPr>
        </p:nvSpPr>
        <p:spPr>
          <a:xfrm>
            <a:off x="572278" y="987934"/>
            <a:ext cx="10921221"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33" name="Shape">
            <a:extLst>
              <a:ext uri="{FF2B5EF4-FFF2-40B4-BE49-F238E27FC236}">
                <a16:creationId xmlns:a16="http://schemas.microsoft.com/office/drawing/2014/main" id="{6EFA0D02-9C6F-4EA3-8B7C-621B75C453FD}"/>
              </a:ext>
            </a:extLst>
          </p:cNvPr>
          <p:cNvSpPr/>
          <p:nvPr userDrawn="1"/>
        </p:nvSpPr>
        <p:spPr>
          <a:xfrm>
            <a:off x="5379020" y="1954272"/>
            <a:ext cx="2498652" cy="1186731"/>
          </a:xfrm>
          <a:custGeom>
            <a:avLst/>
            <a:gdLst/>
            <a:ahLst/>
            <a:cxnLst>
              <a:cxn ang="0">
                <a:pos x="wd2" y="hd2"/>
              </a:cxn>
              <a:cxn ang="5400000">
                <a:pos x="wd2" y="hd2"/>
              </a:cxn>
              <a:cxn ang="10800000">
                <a:pos x="wd2" y="hd2"/>
              </a:cxn>
              <a:cxn ang="16200000">
                <a:pos x="wd2" y="hd2"/>
              </a:cxn>
            </a:cxnLst>
            <a:rect l="0" t="0" r="r" b="b"/>
            <a:pathLst>
              <a:path w="21332" h="21600" extrusionOk="0">
                <a:moveTo>
                  <a:pt x="20287" y="21600"/>
                </a:moveTo>
                <a:cubicBezTo>
                  <a:pt x="21107" y="21600"/>
                  <a:pt x="21600" y="19700"/>
                  <a:pt x="21178" y="18200"/>
                </a:cubicBezTo>
                <a:cubicBezTo>
                  <a:pt x="19208" y="11250"/>
                  <a:pt x="16206" y="5750"/>
                  <a:pt x="12641" y="2700"/>
                </a:cubicBezTo>
                <a:cubicBezTo>
                  <a:pt x="10554" y="900"/>
                  <a:pt x="8349" y="0"/>
                  <a:pt x="6098" y="0"/>
                </a:cubicBezTo>
                <a:cubicBezTo>
                  <a:pt x="4245" y="0"/>
                  <a:pt x="2439" y="600"/>
                  <a:pt x="704" y="1800"/>
                </a:cubicBezTo>
                <a:cubicBezTo>
                  <a:pt x="281" y="2100"/>
                  <a:pt x="0" y="2950"/>
                  <a:pt x="0" y="3900"/>
                </a:cubicBezTo>
                <a:lnTo>
                  <a:pt x="0" y="19350"/>
                </a:lnTo>
                <a:cubicBezTo>
                  <a:pt x="0" y="20600"/>
                  <a:pt x="469" y="21600"/>
                  <a:pt x="1055" y="21600"/>
                </a:cubicBezTo>
                <a:lnTo>
                  <a:pt x="12219" y="21600"/>
                </a:lnTo>
                <a:lnTo>
                  <a:pt x="20287" y="21600"/>
                </a:lnTo>
                <a:close/>
              </a:path>
            </a:pathLst>
          </a:custGeom>
          <a:solidFill>
            <a:schemeClr val="accent4"/>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2000"/>
          </a:p>
        </p:txBody>
      </p:sp>
      <p:sp>
        <p:nvSpPr>
          <p:cNvPr id="34" name="Shape">
            <a:extLst>
              <a:ext uri="{FF2B5EF4-FFF2-40B4-BE49-F238E27FC236}">
                <a16:creationId xmlns:a16="http://schemas.microsoft.com/office/drawing/2014/main" id="{FDDE8AE1-03E9-4DDB-980C-44F583A489E5}"/>
              </a:ext>
            </a:extLst>
          </p:cNvPr>
          <p:cNvSpPr/>
          <p:nvPr userDrawn="1"/>
        </p:nvSpPr>
        <p:spPr>
          <a:xfrm>
            <a:off x="6972306" y="3300329"/>
            <a:ext cx="1186731" cy="2498652"/>
          </a:xfrm>
          <a:custGeom>
            <a:avLst/>
            <a:gdLst/>
            <a:ahLst/>
            <a:cxnLst>
              <a:cxn ang="0">
                <a:pos x="wd2" y="hd2"/>
              </a:cxn>
              <a:cxn ang="5400000">
                <a:pos x="wd2" y="hd2"/>
              </a:cxn>
              <a:cxn ang="10800000">
                <a:pos x="wd2" y="hd2"/>
              </a:cxn>
              <a:cxn ang="16200000">
                <a:pos x="wd2" y="hd2"/>
              </a:cxn>
            </a:cxnLst>
            <a:rect l="0" t="0" r="r" b="b"/>
            <a:pathLst>
              <a:path w="21600" h="21332" extrusionOk="0">
                <a:moveTo>
                  <a:pt x="0" y="20287"/>
                </a:moveTo>
                <a:cubicBezTo>
                  <a:pt x="0" y="21107"/>
                  <a:pt x="1900" y="21600"/>
                  <a:pt x="3400" y="21178"/>
                </a:cubicBezTo>
                <a:cubicBezTo>
                  <a:pt x="10350" y="19208"/>
                  <a:pt x="15850" y="16206"/>
                  <a:pt x="18900" y="12641"/>
                </a:cubicBezTo>
                <a:cubicBezTo>
                  <a:pt x="20700" y="10554"/>
                  <a:pt x="21600" y="8349"/>
                  <a:pt x="21600" y="6098"/>
                </a:cubicBezTo>
                <a:cubicBezTo>
                  <a:pt x="21600" y="4245"/>
                  <a:pt x="21000" y="2439"/>
                  <a:pt x="19800" y="704"/>
                </a:cubicBezTo>
                <a:cubicBezTo>
                  <a:pt x="19500" y="281"/>
                  <a:pt x="18650" y="0"/>
                  <a:pt x="17700" y="0"/>
                </a:cubicBezTo>
                <a:lnTo>
                  <a:pt x="2250" y="0"/>
                </a:lnTo>
                <a:cubicBezTo>
                  <a:pt x="1000" y="0"/>
                  <a:pt x="0" y="469"/>
                  <a:pt x="0" y="1055"/>
                </a:cubicBezTo>
                <a:lnTo>
                  <a:pt x="0" y="12219"/>
                </a:lnTo>
                <a:lnTo>
                  <a:pt x="0" y="20287"/>
                </a:ln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2000"/>
          </a:p>
        </p:txBody>
      </p:sp>
      <p:sp>
        <p:nvSpPr>
          <p:cNvPr id="35" name="Shape">
            <a:extLst>
              <a:ext uri="{FF2B5EF4-FFF2-40B4-BE49-F238E27FC236}">
                <a16:creationId xmlns:a16="http://schemas.microsoft.com/office/drawing/2014/main" id="{AA698CE3-E6A9-48A4-8B67-F973C3921A6D}"/>
              </a:ext>
            </a:extLst>
          </p:cNvPr>
          <p:cNvSpPr/>
          <p:nvPr userDrawn="1"/>
        </p:nvSpPr>
        <p:spPr>
          <a:xfrm>
            <a:off x="4032963" y="2228979"/>
            <a:ext cx="1186731" cy="2498652"/>
          </a:xfrm>
          <a:custGeom>
            <a:avLst/>
            <a:gdLst/>
            <a:ahLst/>
            <a:cxnLst>
              <a:cxn ang="0">
                <a:pos x="wd2" y="hd2"/>
              </a:cxn>
              <a:cxn ang="5400000">
                <a:pos x="wd2" y="hd2"/>
              </a:cxn>
              <a:cxn ang="10800000">
                <a:pos x="wd2" y="hd2"/>
              </a:cxn>
              <a:cxn ang="16200000">
                <a:pos x="wd2" y="hd2"/>
              </a:cxn>
            </a:cxnLst>
            <a:rect l="0" t="0" r="r" b="b"/>
            <a:pathLst>
              <a:path w="21600" h="21332" extrusionOk="0">
                <a:moveTo>
                  <a:pt x="21600" y="1045"/>
                </a:moveTo>
                <a:cubicBezTo>
                  <a:pt x="21600" y="225"/>
                  <a:pt x="19700" y="-268"/>
                  <a:pt x="18200" y="154"/>
                </a:cubicBezTo>
                <a:cubicBezTo>
                  <a:pt x="11250" y="2124"/>
                  <a:pt x="5750" y="5126"/>
                  <a:pt x="2700" y="8691"/>
                </a:cubicBezTo>
                <a:cubicBezTo>
                  <a:pt x="900" y="10778"/>
                  <a:pt x="0" y="12983"/>
                  <a:pt x="0" y="15234"/>
                </a:cubicBezTo>
                <a:cubicBezTo>
                  <a:pt x="0" y="17087"/>
                  <a:pt x="600" y="18893"/>
                  <a:pt x="1800" y="20628"/>
                </a:cubicBezTo>
                <a:cubicBezTo>
                  <a:pt x="2100" y="21051"/>
                  <a:pt x="2950" y="21332"/>
                  <a:pt x="3900" y="21332"/>
                </a:cubicBezTo>
                <a:lnTo>
                  <a:pt x="19350" y="21332"/>
                </a:lnTo>
                <a:cubicBezTo>
                  <a:pt x="20600" y="21332"/>
                  <a:pt x="21600" y="20863"/>
                  <a:pt x="21600" y="20277"/>
                </a:cubicBezTo>
                <a:lnTo>
                  <a:pt x="21600" y="9113"/>
                </a:lnTo>
                <a:lnTo>
                  <a:pt x="21600" y="1045"/>
                </a:ln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2000"/>
          </a:p>
        </p:txBody>
      </p:sp>
      <p:sp>
        <p:nvSpPr>
          <p:cNvPr id="36" name="Shape">
            <a:extLst>
              <a:ext uri="{FF2B5EF4-FFF2-40B4-BE49-F238E27FC236}">
                <a16:creationId xmlns:a16="http://schemas.microsoft.com/office/drawing/2014/main" id="{4DB4C20F-AE35-4473-9FB6-2723E94762A8}"/>
              </a:ext>
            </a:extLst>
          </p:cNvPr>
          <p:cNvSpPr/>
          <p:nvPr userDrawn="1"/>
        </p:nvSpPr>
        <p:spPr>
          <a:xfrm>
            <a:off x="4307670" y="4893615"/>
            <a:ext cx="2498652" cy="1186731"/>
          </a:xfrm>
          <a:custGeom>
            <a:avLst/>
            <a:gdLst/>
            <a:ahLst/>
            <a:cxnLst>
              <a:cxn ang="0">
                <a:pos x="wd2" y="hd2"/>
              </a:cxn>
              <a:cxn ang="5400000">
                <a:pos x="wd2" y="hd2"/>
              </a:cxn>
              <a:cxn ang="10800000">
                <a:pos x="wd2" y="hd2"/>
              </a:cxn>
              <a:cxn ang="16200000">
                <a:pos x="wd2" y="hd2"/>
              </a:cxn>
            </a:cxnLst>
            <a:rect l="0" t="0" r="r" b="b"/>
            <a:pathLst>
              <a:path w="21332" h="21600" extrusionOk="0">
                <a:moveTo>
                  <a:pt x="1045" y="0"/>
                </a:moveTo>
                <a:cubicBezTo>
                  <a:pt x="225" y="0"/>
                  <a:pt x="-268" y="1900"/>
                  <a:pt x="154" y="3400"/>
                </a:cubicBezTo>
                <a:cubicBezTo>
                  <a:pt x="2124" y="10350"/>
                  <a:pt x="5126" y="15850"/>
                  <a:pt x="8691" y="18900"/>
                </a:cubicBezTo>
                <a:cubicBezTo>
                  <a:pt x="10778" y="20700"/>
                  <a:pt x="12983" y="21600"/>
                  <a:pt x="15234" y="21600"/>
                </a:cubicBezTo>
                <a:cubicBezTo>
                  <a:pt x="17087" y="21600"/>
                  <a:pt x="18893" y="21000"/>
                  <a:pt x="20628" y="19800"/>
                </a:cubicBezTo>
                <a:cubicBezTo>
                  <a:pt x="21051" y="19500"/>
                  <a:pt x="21332" y="18650"/>
                  <a:pt x="21332" y="17700"/>
                </a:cubicBezTo>
                <a:lnTo>
                  <a:pt x="21332" y="2250"/>
                </a:lnTo>
                <a:cubicBezTo>
                  <a:pt x="21332" y="1000"/>
                  <a:pt x="20863" y="0"/>
                  <a:pt x="20277" y="0"/>
                </a:cubicBezTo>
                <a:lnTo>
                  <a:pt x="9113" y="0"/>
                </a:lnTo>
                <a:lnTo>
                  <a:pt x="1045" y="0"/>
                </a:lnTo>
                <a:close/>
              </a:path>
            </a:pathLst>
          </a:custGeom>
          <a:solidFill>
            <a:schemeClr val="accent4"/>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sz="2000"/>
          </a:p>
        </p:txBody>
      </p:sp>
      <p:sp>
        <p:nvSpPr>
          <p:cNvPr id="69" name="Picture Placeholder 22">
            <a:extLst>
              <a:ext uri="{FF2B5EF4-FFF2-40B4-BE49-F238E27FC236}">
                <a16:creationId xmlns:a16="http://schemas.microsoft.com/office/drawing/2014/main" id="{C1C832DE-9D1E-41A2-A243-38FBA48B81D0}"/>
              </a:ext>
            </a:extLst>
          </p:cNvPr>
          <p:cNvSpPr>
            <a:spLocks noGrp="1"/>
          </p:cNvSpPr>
          <p:nvPr>
            <p:ph type="pic" sz="quarter" idx="12"/>
          </p:nvPr>
        </p:nvSpPr>
        <p:spPr>
          <a:xfrm>
            <a:off x="4191025" y="3244098"/>
            <a:ext cx="870606" cy="870606"/>
          </a:xfrm>
          <a:prstGeom prst="rect">
            <a:avLst/>
          </a:prstGeom>
        </p:spPr>
        <p:txBody>
          <a:bodyPr/>
          <a:lstStyle>
            <a:lvl1pPr>
              <a:defRPr sz="100"/>
            </a:lvl1pPr>
          </a:lstStyle>
          <a:p>
            <a:endParaRPr lang="en-PK"/>
          </a:p>
        </p:txBody>
      </p:sp>
      <p:sp>
        <p:nvSpPr>
          <p:cNvPr id="70" name="Picture Placeholder 22">
            <a:extLst>
              <a:ext uri="{FF2B5EF4-FFF2-40B4-BE49-F238E27FC236}">
                <a16:creationId xmlns:a16="http://schemas.microsoft.com/office/drawing/2014/main" id="{F60E93F3-292E-4D9A-969A-BC074BFFB4B2}"/>
              </a:ext>
            </a:extLst>
          </p:cNvPr>
          <p:cNvSpPr>
            <a:spLocks noGrp="1"/>
          </p:cNvSpPr>
          <p:nvPr>
            <p:ph type="pic" sz="quarter" idx="13"/>
          </p:nvPr>
        </p:nvSpPr>
        <p:spPr>
          <a:xfrm>
            <a:off x="5717226" y="2126526"/>
            <a:ext cx="870606" cy="870606"/>
          </a:xfrm>
          <a:prstGeom prst="rect">
            <a:avLst/>
          </a:prstGeom>
        </p:spPr>
        <p:txBody>
          <a:bodyPr/>
          <a:lstStyle>
            <a:lvl1pPr>
              <a:defRPr sz="100"/>
            </a:lvl1pPr>
          </a:lstStyle>
          <a:p>
            <a:endParaRPr lang="en-PK"/>
          </a:p>
        </p:txBody>
      </p:sp>
      <p:sp>
        <p:nvSpPr>
          <p:cNvPr id="71" name="Picture Placeholder 22">
            <a:extLst>
              <a:ext uri="{FF2B5EF4-FFF2-40B4-BE49-F238E27FC236}">
                <a16:creationId xmlns:a16="http://schemas.microsoft.com/office/drawing/2014/main" id="{E8B15C70-33EA-477D-8754-576815253DA4}"/>
              </a:ext>
            </a:extLst>
          </p:cNvPr>
          <p:cNvSpPr>
            <a:spLocks noGrp="1"/>
          </p:cNvSpPr>
          <p:nvPr>
            <p:ph type="pic" sz="quarter" idx="14"/>
          </p:nvPr>
        </p:nvSpPr>
        <p:spPr>
          <a:xfrm>
            <a:off x="5717226" y="4999460"/>
            <a:ext cx="870606" cy="870606"/>
          </a:xfrm>
          <a:prstGeom prst="rect">
            <a:avLst/>
          </a:prstGeom>
        </p:spPr>
        <p:txBody>
          <a:bodyPr/>
          <a:lstStyle>
            <a:lvl1pPr>
              <a:defRPr sz="100"/>
            </a:lvl1pPr>
          </a:lstStyle>
          <a:p>
            <a:endParaRPr lang="en-PK"/>
          </a:p>
        </p:txBody>
      </p:sp>
      <p:sp>
        <p:nvSpPr>
          <p:cNvPr id="72" name="Picture Placeholder 22">
            <a:extLst>
              <a:ext uri="{FF2B5EF4-FFF2-40B4-BE49-F238E27FC236}">
                <a16:creationId xmlns:a16="http://schemas.microsoft.com/office/drawing/2014/main" id="{7B7DE1F7-2F6B-439B-8070-7EC6F375C4FF}"/>
              </a:ext>
            </a:extLst>
          </p:cNvPr>
          <p:cNvSpPr>
            <a:spLocks noGrp="1"/>
          </p:cNvSpPr>
          <p:nvPr>
            <p:ph type="pic" sz="quarter" idx="15"/>
          </p:nvPr>
        </p:nvSpPr>
        <p:spPr>
          <a:xfrm>
            <a:off x="7130368" y="3508046"/>
            <a:ext cx="870606" cy="870606"/>
          </a:xfrm>
          <a:prstGeom prst="rect">
            <a:avLst/>
          </a:prstGeom>
        </p:spPr>
        <p:txBody>
          <a:bodyPr/>
          <a:lstStyle>
            <a:lvl1pPr>
              <a:defRPr sz="100"/>
            </a:lvl1pPr>
          </a:lstStyle>
          <a:p>
            <a:endParaRPr lang="en-PK"/>
          </a:p>
        </p:txBody>
      </p:sp>
      <p:sp>
        <p:nvSpPr>
          <p:cNvPr id="74" name="Text Placeholder 10">
            <a:extLst>
              <a:ext uri="{FF2B5EF4-FFF2-40B4-BE49-F238E27FC236}">
                <a16:creationId xmlns:a16="http://schemas.microsoft.com/office/drawing/2014/main" id="{FB02C096-A3F5-491F-B4C1-D1E25674F730}"/>
              </a:ext>
            </a:extLst>
          </p:cNvPr>
          <p:cNvSpPr>
            <a:spLocks noGrp="1"/>
          </p:cNvSpPr>
          <p:nvPr>
            <p:ph type="body" sz="quarter" idx="16"/>
          </p:nvPr>
        </p:nvSpPr>
        <p:spPr>
          <a:xfrm>
            <a:off x="386781" y="3141003"/>
            <a:ext cx="3300293" cy="1134554"/>
          </a:xfrm>
          <a:prstGeom prst="rect">
            <a:avLst/>
          </a:prstGeom>
        </p:spPr>
        <p:txBody>
          <a:bodyPr/>
          <a:lstStyle>
            <a:lvl1pPr marL="0" indent="0" algn="r">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75" name="Text Placeholder 10">
            <a:extLst>
              <a:ext uri="{FF2B5EF4-FFF2-40B4-BE49-F238E27FC236}">
                <a16:creationId xmlns:a16="http://schemas.microsoft.com/office/drawing/2014/main" id="{388C2480-716D-4CEF-9CE8-5A1F5BE0E0BA}"/>
              </a:ext>
            </a:extLst>
          </p:cNvPr>
          <p:cNvSpPr>
            <a:spLocks noGrp="1"/>
          </p:cNvSpPr>
          <p:nvPr>
            <p:ph type="body" sz="quarter" idx="17"/>
          </p:nvPr>
        </p:nvSpPr>
        <p:spPr>
          <a:xfrm>
            <a:off x="386781" y="2640104"/>
            <a:ext cx="3300293" cy="394955"/>
          </a:xfrm>
          <a:prstGeom prst="rect">
            <a:avLst/>
          </a:prstGeom>
        </p:spPr>
        <p:txBody>
          <a:bodyPr/>
          <a:lstStyle>
            <a:lvl1pPr marL="0" indent="0" algn="r">
              <a:buClr>
                <a:schemeClr val="accent3"/>
              </a:buClr>
              <a:buFont typeface="Wingdings" panose="05000000000000000000" pitchFamily="2" charset="2"/>
              <a:buNone/>
              <a:defRPr sz="1800" b="1">
                <a:solidFill>
                  <a:schemeClr val="accent5"/>
                </a:solidFill>
              </a:defRPr>
            </a:lvl1pPr>
          </a:lstStyle>
          <a:p>
            <a:pPr lvl="0"/>
            <a:r>
              <a:rPr lang="en-US"/>
              <a:t>Edit Master text</a:t>
            </a:r>
          </a:p>
        </p:txBody>
      </p:sp>
      <p:sp>
        <p:nvSpPr>
          <p:cNvPr id="76" name="Text Placeholder 10">
            <a:extLst>
              <a:ext uri="{FF2B5EF4-FFF2-40B4-BE49-F238E27FC236}">
                <a16:creationId xmlns:a16="http://schemas.microsoft.com/office/drawing/2014/main" id="{3D12D9F4-E803-46BD-B5A9-AB028230A7CA}"/>
              </a:ext>
            </a:extLst>
          </p:cNvPr>
          <p:cNvSpPr>
            <a:spLocks noGrp="1"/>
          </p:cNvSpPr>
          <p:nvPr>
            <p:ph type="body" sz="quarter" idx="18"/>
          </p:nvPr>
        </p:nvSpPr>
        <p:spPr>
          <a:xfrm>
            <a:off x="392153" y="5448901"/>
            <a:ext cx="3300293" cy="1134554"/>
          </a:xfrm>
          <a:prstGeom prst="rect">
            <a:avLst/>
          </a:prstGeom>
        </p:spPr>
        <p:txBody>
          <a:bodyPr/>
          <a:lstStyle>
            <a:lvl1pPr marL="0" indent="0" algn="r">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77" name="Text Placeholder 10">
            <a:extLst>
              <a:ext uri="{FF2B5EF4-FFF2-40B4-BE49-F238E27FC236}">
                <a16:creationId xmlns:a16="http://schemas.microsoft.com/office/drawing/2014/main" id="{20D78B5A-ED41-47EC-BC1F-0ECCE1D4E58D}"/>
              </a:ext>
            </a:extLst>
          </p:cNvPr>
          <p:cNvSpPr>
            <a:spLocks noGrp="1"/>
          </p:cNvSpPr>
          <p:nvPr>
            <p:ph type="body" sz="quarter" idx="19"/>
          </p:nvPr>
        </p:nvSpPr>
        <p:spPr>
          <a:xfrm>
            <a:off x="392153" y="4948002"/>
            <a:ext cx="3300293" cy="394955"/>
          </a:xfrm>
          <a:prstGeom prst="rect">
            <a:avLst/>
          </a:prstGeom>
        </p:spPr>
        <p:txBody>
          <a:bodyPr/>
          <a:lstStyle>
            <a:lvl1pPr marL="0" indent="0" algn="r">
              <a:buClr>
                <a:schemeClr val="accent3"/>
              </a:buClr>
              <a:buFont typeface="Wingdings" panose="05000000000000000000" pitchFamily="2" charset="2"/>
              <a:buNone/>
              <a:defRPr sz="1800" b="1">
                <a:solidFill>
                  <a:sysClr val="windowText" lastClr="000000"/>
                </a:solidFill>
              </a:defRPr>
            </a:lvl1pPr>
          </a:lstStyle>
          <a:p>
            <a:pPr lvl="0"/>
            <a:r>
              <a:rPr lang="en-US"/>
              <a:t>Edit Master text</a:t>
            </a:r>
          </a:p>
        </p:txBody>
      </p:sp>
      <p:sp>
        <p:nvSpPr>
          <p:cNvPr id="78" name="Text Placeholder 10">
            <a:extLst>
              <a:ext uri="{FF2B5EF4-FFF2-40B4-BE49-F238E27FC236}">
                <a16:creationId xmlns:a16="http://schemas.microsoft.com/office/drawing/2014/main" id="{21E60455-85BB-425D-B661-57EB28F4643B}"/>
              </a:ext>
            </a:extLst>
          </p:cNvPr>
          <p:cNvSpPr>
            <a:spLocks noGrp="1"/>
          </p:cNvSpPr>
          <p:nvPr>
            <p:ph type="body" sz="quarter" idx="20"/>
          </p:nvPr>
        </p:nvSpPr>
        <p:spPr>
          <a:xfrm>
            <a:off x="8499554" y="3141003"/>
            <a:ext cx="3300293" cy="1134554"/>
          </a:xfrm>
          <a:prstGeom prst="rect">
            <a:avLst/>
          </a:prstGeom>
        </p:spPr>
        <p:txBody>
          <a:bodyPr/>
          <a:lstStyle>
            <a:lvl1pPr marL="0" indent="0" algn="l">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79" name="Text Placeholder 10">
            <a:extLst>
              <a:ext uri="{FF2B5EF4-FFF2-40B4-BE49-F238E27FC236}">
                <a16:creationId xmlns:a16="http://schemas.microsoft.com/office/drawing/2014/main" id="{CA8A5391-16E3-48D5-A362-4214CBBAF0C2}"/>
              </a:ext>
            </a:extLst>
          </p:cNvPr>
          <p:cNvSpPr>
            <a:spLocks noGrp="1"/>
          </p:cNvSpPr>
          <p:nvPr>
            <p:ph type="body" sz="quarter" idx="21"/>
          </p:nvPr>
        </p:nvSpPr>
        <p:spPr>
          <a:xfrm>
            <a:off x="8499554" y="2640104"/>
            <a:ext cx="3300293" cy="394955"/>
          </a:xfrm>
          <a:prstGeom prst="rect">
            <a:avLst/>
          </a:prstGeom>
        </p:spPr>
        <p:txBody>
          <a:bodyPr/>
          <a:lstStyle>
            <a:lvl1pPr marL="0" indent="0" algn="l">
              <a:buClr>
                <a:schemeClr val="accent3"/>
              </a:buClr>
              <a:buFont typeface="Wingdings" panose="05000000000000000000" pitchFamily="2" charset="2"/>
              <a:buNone/>
              <a:defRPr sz="1800" b="1">
                <a:solidFill>
                  <a:sysClr val="windowText" lastClr="000000"/>
                </a:solidFill>
              </a:defRPr>
            </a:lvl1pPr>
          </a:lstStyle>
          <a:p>
            <a:pPr lvl="0"/>
            <a:r>
              <a:rPr lang="en-US"/>
              <a:t>Edit Master text</a:t>
            </a:r>
          </a:p>
        </p:txBody>
      </p:sp>
      <p:sp>
        <p:nvSpPr>
          <p:cNvPr id="80" name="Text Placeholder 10">
            <a:extLst>
              <a:ext uri="{FF2B5EF4-FFF2-40B4-BE49-F238E27FC236}">
                <a16:creationId xmlns:a16="http://schemas.microsoft.com/office/drawing/2014/main" id="{3932AD88-0672-4614-9A60-401E98A11822}"/>
              </a:ext>
            </a:extLst>
          </p:cNvPr>
          <p:cNvSpPr>
            <a:spLocks noGrp="1"/>
          </p:cNvSpPr>
          <p:nvPr>
            <p:ph type="body" sz="quarter" idx="22"/>
          </p:nvPr>
        </p:nvSpPr>
        <p:spPr>
          <a:xfrm>
            <a:off x="8504926" y="5448901"/>
            <a:ext cx="3300293" cy="1134554"/>
          </a:xfrm>
          <a:prstGeom prst="rect">
            <a:avLst/>
          </a:prstGeom>
        </p:spPr>
        <p:txBody>
          <a:bodyPr/>
          <a:lstStyle>
            <a:lvl1pPr marL="0" indent="0" algn="l">
              <a:lnSpc>
                <a:spcPct val="150000"/>
              </a:lnSpc>
              <a:buClr>
                <a:schemeClr val="accent3"/>
              </a:buClr>
              <a:buFont typeface="Wingdings" panose="05000000000000000000" pitchFamily="2" charset="2"/>
              <a:buNone/>
              <a:defRPr sz="1600"/>
            </a:lvl1pPr>
          </a:lstStyle>
          <a:p>
            <a:pPr lvl="0"/>
            <a:r>
              <a:rPr lang="en-US"/>
              <a:t>Edit Master text styles</a:t>
            </a:r>
          </a:p>
        </p:txBody>
      </p:sp>
      <p:sp>
        <p:nvSpPr>
          <p:cNvPr id="81" name="Text Placeholder 10">
            <a:extLst>
              <a:ext uri="{FF2B5EF4-FFF2-40B4-BE49-F238E27FC236}">
                <a16:creationId xmlns:a16="http://schemas.microsoft.com/office/drawing/2014/main" id="{E5AAF5C7-418E-45A0-A318-2A4064EAF3BC}"/>
              </a:ext>
            </a:extLst>
          </p:cNvPr>
          <p:cNvSpPr>
            <a:spLocks noGrp="1"/>
          </p:cNvSpPr>
          <p:nvPr>
            <p:ph type="body" sz="quarter" idx="23"/>
          </p:nvPr>
        </p:nvSpPr>
        <p:spPr>
          <a:xfrm>
            <a:off x="8504926" y="4948002"/>
            <a:ext cx="3300293" cy="394955"/>
          </a:xfrm>
          <a:prstGeom prst="rect">
            <a:avLst/>
          </a:prstGeom>
        </p:spPr>
        <p:txBody>
          <a:bodyPr/>
          <a:lstStyle>
            <a:lvl1pPr marL="0" indent="0" algn="l">
              <a:buClr>
                <a:schemeClr val="accent3"/>
              </a:buClr>
              <a:buFont typeface="Wingdings" panose="05000000000000000000" pitchFamily="2" charset="2"/>
              <a:buNone/>
              <a:defRPr sz="1800" b="1">
                <a:solidFill>
                  <a:schemeClr val="accent5"/>
                </a:solidFill>
              </a:defRPr>
            </a:lvl1pPr>
          </a:lstStyle>
          <a:p>
            <a:pPr lvl="0"/>
            <a:r>
              <a:rPr lang="en-US"/>
              <a:t>Edit Master text</a:t>
            </a:r>
          </a:p>
        </p:txBody>
      </p:sp>
      <p:pic>
        <p:nvPicPr>
          <p:cNvPr id="82" name="Picture 81">
            <a:extLst>
              <a:ext uri="{FF2B5EF4-FFF2-40B4-BE49-F238E27FC236}">
                <a16:creationId xmlns:a16="http://schemas.microsoft.com/office/drawing/2014/main" id="{0FD191B7-996B-4A6A-AC97-7AA083E579D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83" name="Oval 82">
            <a:extLst>
              <a:ext uri="{FF2B5EF4-FFF2-40B4-BE49-F238E27FC236}">
                <a16:creationId xmlns:a16="http://schemas.microsoft.com/office/drawing/2014/main" id="{A0303DFC-BF90-453F-9A10-B0DA75829F26}"/>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245187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572EAEA-EAB3-4393-BBF9-FE53E3BCAC9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3" name="Freeform: Shape 2">
            <a:extLst>
              <a:ext uri="{FF2B5EF4-FFF2-40B4-BE49-F238E27FC236}">
                <a16:creationId xmlns:a16="http://schemas.microsoft.com/office/drawing/2014/main" id="{7047E37E-2B4C-4D21-8A75-ACF0892DD74C}"/>
              </a:ext>
            </a:extLst>
          </p:cNvPr>
          <p:cNvSpPr/>
          <p:nvPr userDrawn="1"/>
        </p:nvSpPr>
        <p:spPr>
          <a:xfrm flipH="1" flipV="1">
            <a:off x="0" y="-17404"/>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21" name="Text Placeholder 8">
            <a:extLst>
              <a:ext uri="{FF2B5EF4-FFF2-40B4-BE49-F238E27FC236}">
                <a16:creationId xmlns:a16="http://schemas.microsoft.com/office/drawing/2014/main" id="{A09E5693-BB55-4385-9924-9BA96752042E}"/>
              </a:ext>
            </a:extLst>
          </p:cNvPr>
          <p:cNvSpPr>
            <a:spLocks noGrp="1"/>
          </p:cNvSpPr>
          <p:nvPr>
            <p:ph type="body" sz="quarter" idx="11"/>
          </p:nvPr>
        </p:nvSpPr>
        <p:spPr>
          <a:xfrm>
            <a:off x="572278" y="987934"/>
            <a:ext cx="10921221"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pic>
        <p:nvPicPr>
          <p:cNvPr id="82" name="Picture 81">
            <a:extLst>
              <a:ext uri="{FF2B5EF4-FFF2-40B4-BE49-F238E27FC236}">
                <a16:creationId xmlns:a16="http://schemas.microsoft.com/office/drawing/2014/main" id="{0FD191B7-996B-4A6A-AC97-7AA083E579D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23" name="Text Placeholder 10">
            <a:extLst>
              <a:ext uri="{FF2B5EF4-FFF2-40B4-BE49-F238E27FC236}">
                <a16:creationId xmlns:a16="http://schemas.microsoft.com/office/drawing/2014/main" id="{EA38E99B-5BBA-4AFE-880F-CE9792767B49}"/>
              </a:ext>
            </a:extLst>
          </p:cNvPr>
          <p:cNvSpPr>
            <a:spLocks noGrp="1"/>
          </p:cNvSpPr>
          <p:nvPr>
            <p:ph type="body" sz="quarter" idx="16"/>
          </p:nvPr>
        </p:nvSpPr>
        <p:spPr>
          <a:xfrm>
            <a:off x="572278" y="1784459"/>
            <a:ext cx="10921220" cy="4305191"/>
          </a:xfrm>
          <a:prstGeom prst="rect">
            <a:avLst/>
          </a:prstGeom>
        </p:spPr>
        <p:txBody>
          <a:bodyPr/>
          <a:lstStyle>
            <a:lvl1pPr marL="285750" indent="-285750">
              <a:lnSpc>
                <a:spcPct val="150000"/>
              </a:lnSpc>
              <a:buClr>
                <a:schemeClr val="accent3"/>
              </a:buClr>
              <a:buFont typeface="Wingdings" panose="05000000000000000000" pitchFamily="2" charset="2"/>
              <a:buChar char="§"/>
              <a:defRPr sz="1600"/>
            </a:lvl1pPr>
          </a:lstStyle>
          <a:p>
            <a:pPr lvl="0"/>
            <a:r>
              <a:rPr lang="en-US"/>
              <a:t>Edit Master text</a:t>
            </a:r>
          </a:p>
        </p:txBody>
      </p:sp>
      <p:sp>
        <p:nvSpPr>
          <p:cNvPr id="24" name="Oval 23">
            <a:extLst>
              <a:ext uri="{FF2B5EF4-FFF2-40B4-BE49-F238E27FC236}">
                <a16:creationId xmlns:a16="http://schemas.microsoft.com/office/drawing/2014/main" id="{6E9FFC57-8FD3-4B60-B65F-A910A45A0AD1}"/>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2742607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572EAEA-EAB3-4393-BBF9-FE53E3BCAC9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3" name="Freeform: Shape 2">
            <a:extLst>
              <a:ext uri="{FF2B5EF4-FFF2-40B4-BE49-F238E27FC236}">
                <a16:creationId xmlns:a16="http://schemas.microsoft.com/office/drawing/2014/main" id="{7047E37E-2B4C-4D21-8A75-ACF0892DD74C}"/>
              </a:ext>
            </a:extLst>
          </p:cNvPr>
          <p:cNvSpPr/>
          <p:nvPr userDrawn="1"/>
        </p:nvSpPr>
        <p:spPr>
          <a:xfrm flipH="1" flipV="1">
            <a:off x="0" y="-17404"/>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21" name="Text Placeholder 8">
            <a:extLst>
              <a:ext uri="{FF2B5EF4-FFF2-40B4-BE49-F238E27FC236}">
                <a16:creationId xmlns:a16="http://schemas.microsoft.com/office/drawing/2014/main" id="{A09E5693-BB55-4385-9924-9BA96752042E}"/>
              </a:ext>
            </a:extLst>
          </p:cNvPr>
          <p:cNvSpPr>
            <a:spLocks noGrp="1"/>
          </p:cNvSpPr>
          <p:nvPr>
            <p:ph type="body" sz="quarter" idx="11"/>
          </p:nvPr>
        </p:nvSpPr>
        <p:spPr>
          <a:xfrm>
            <a:off x="572278" y="987934"/>
            <a:ext cx="10921221"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pic>
        <p:nvPicPr>
          <p:cNvPr id="82" name="Picture 81">
            <a:extLst>
              <a:ext uri="{FF2B5EF4-FFF2-40B4-BE49-F238E27FC236}">
                <a16:creationId xmlns:a16="http://schemas.microsoft.com/office/drawing/2014/main" id="{0FD191B7-996B-4A6A-AC97-7AA083E579D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23" name="Text Placeholder 10">
            <a:extLst>
              <a:ext uri="{FF2B5EF4-FFF2-40B4-BE49-F238E27FC236}">
                <a16:creationId xmlns:a16="http://schemas.microsoft.com/office/drawing/2014/main" id="{EA38E99B-5BBA-4AFE-880F-CE9792767B49}"/>
              </a:ext>
            </a:extLst>
          </p:cNvPr>
          <p:cNvSpPr>
            <a:spLocks noGrp="1"/>
          </p:cNvSpPr>
          <p:nvPr>
            <p:ph type="body" sz="quarter" idx="16"/>
          </p:nvPr>
        </p:nvSpPr>
        <p:spPr>
          <a:xfrm>
            <a:off x="572278" y="1784459"/>
            <a:ext cx="5169583" cy="4305191"/>
          </a:xfrm>
          <a:prstGeom prst="rect">
            <a:avLst/>
          </a:prstGeom>
        </p:spPr>
        <p:txBody>
          <a:bodyPr/>
          <a:lstStyle>
            <a:lvl1pPr marL="285750" indent="-285750">
              <a:lnSpc>
                <a:spcPct val="150000"/>
              </a:lnSpc>
              <a:buClr>
                <a:schemeClr val="accent3"/>
              </a:buClr>
              <a:buFont typeface="Wingdings" panose="05000000000000000000" pitchFamily="2" charset="2"/>
              <a:buChar char="§"/>
              <a:defRPr sz="1600"/>
            </a:lvl1pPr>
          </a:lstStyle>
          <a:p>
            <a:pPr lvl="0"/>
            <a:r>
              <a:rPr lang="en-US"/>
              <a:t>Edit Master text</a:t>
            </a:r>
          </a:p>
        </p:txBody>
      </p:sp>
      <p:sp>
        <p:nvSpPr>
          <p:cNvPr id="7" name="Text Placeholder 10">
            <a:extLst>
              <a:ext uri="{FF2B5EF4-FFF2-40B4-BE49-F238E27FC236}">
                <a16:creationId xmlns:a16="http://schemas.microsoft.com/office/drawing/2014/main" id="{368CA194-C14A-44B6-94ED-831E92B3C999}"/>
              </a:ext>
            </a:extLst>
          </p:cNvPr>
          <p:cNvSpPr>
            <a:spLocks noGrp="1"/>
          </p:cNvSpPr>
          <p:nvPr>
            <p:ph type="body" sz="quarter" idx="17"/>
          </p:nvPr>
        </p:nvSpPr>
        <p:spPr>
          <a:xfrm>
            <a:off x="6323916" y="1784459"/>
            <a:ext cx="5169583" cy="4305191"/>
          </a:xfrm>
          <a:prstGeom prst="rect">
            <a:avLst/>
          </a:prstGeom>
        </p:spPr>
        <p:txBody>
          <a:bodyPr/>
          <a:lstStyle>
            <a:lvl1pPr marL="285750" indent="-285750">
              <a:lnSpc>
                <a:spcPct val="150000"/>
              </a:lnSpc>
              <a:buClr>
                <a:schemeClr val="accent3"/>
              </a:buClr>
              <a:buFont typeface="Wingdings" panose="05000000000000000000" pitchFamily="2" charset="2"/>
              <a:buChar char="§"/>
              <a:defRPr sz="1600"/>
            </a:lvl1pPr>
          </a:lstStyle>
          <a:p>
            <a:pPr lvl="0"/>
            <a:r>
              <a:rPr lang="en-US"/>
              <a:t>Edit Master text</a:t>
            </a:r>
          </a:p>
        </p:txBody>
      </p:sp>
      <p:sp>
        <p:nvSpPr>
          <p:cNvPr id="8" name="Oval 7">
            <a:extLst>
              <a:ext uri="{FF2B5EF4-FFF2-40B4-BE49-F238E27FC236}">
                <a16:creationId xmlns:a16="http://schemas.microsoft.com/office/drawing/2014/main" id="{020B5635-A810-499F-9586-B6D7F0DEC71C}"/>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2964941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572EAEA-EAB3-4393-BBF9-FE53E3BCAC9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3" name="Freeform: Shape 2">
            <a:extLst>
              <a:ext uri="{FF2B5EF4-FFF2-40B4-BE49-F238E27FC236}">
                <a16:creationId xmlns:a16="http://schemas.microsoft.com/office/drawing/2014/main" id="{7047E37E-2B4C-4D21-8A75-ACF0892DD74C}"/>
              </a:ext>
            </a:extLst>
          </p:cNvPr>
          <p:cNvSpPr/>
          <p:nvPr userDrawn="1"/>
        </p:nvSpPr>
        <p:spPr>
          <a:xfrm flipH="1" flipV="1">
            <a:off x="-2" y="-2"/>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21" name="Text Placeholder 8">
            <a:extLst>
              <a:ext uri="{FF2B5EF4-FFF2-40B4-BE49-F238E27FC236}">
                <a16:creationId xmlns:a16="http://schemas.microsoft.com/office/drawing/2014/main" id="{A09E5693-BB55-4385-9924-9BA96752042E}"/>
              </a:ext>
            </a:extLst>
          </p:cNvPr>
          <p:cNvSpPr>
            <a:spLocks noGrp="1"/>
          </p:cNvSpPr>
          <p:nvPr>
            <p:ph type="body" sz="quarter" idx="11"/>
          </p:nvPr>
        </p:nvSpPr>
        <p:spPr>
          <a:xfrm>
            <a:off x="572278" y="987934"/>
            <a:ext cx="10921221"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33" name="Pentagon 14">
            <a:extLst>
              <a:ext uri="{FF2B5EF4-FFF2-40B4-BE49-F238E27FC236}">
                <a16:creationId xmlns:a16="http://schemas.microsoft.com/office/drawing/2014/main" id="{AC13036F-6B9B-4BF2-8EB3-2B99DCFCF14E}"/>
              </a:ext>
            </a:extLst>
          </p:cNvPr>
          <p:cNvSpPr/>
          <p:nvPr userDrawn="1"/>
        </p:nvSpPr>
        <p:spPr>
          <a:xfrm rot="5400000">
            <a:off x="110744" y="3254136"/>
            <a:ext cx="3651249" cy="2437636"/>
          </a:xfrm>
          <a:prstGeom prst="roundRect">
            <a:avLst>
              <a:gd name="adj" fmla="val 7505"/>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450"/>
          </a:p>
        </p:txBody>
      </p:sp>
      <p:sp>
        <p:nvSpPr>
          <p:cNvPr id="34" name="Round Same Side Corner Rectangle 42">
            <a:extLst>
              <a:ext uri="{FF2B5EF4-FFF2-40B4-BE49-F238E27FC236}">
                <a16:creationId xmlns:a16="http://schemas.microsoft.com/office/drawing/2014/main" id="{4F63BAB8-B6E8-4103-8BEE-6B878B504EBD}"/>
              </a:ext>
            </a:extLst>
          </p:cNvPr>
          <p:cNvSpPr/>
          <p:nvPr userDrawn="1"/>
        </p:nvSpPr>
        <p:spPr>
          <a:xfrm>
            <a:off x="717569" y="2647328"/>
            <a:ext cx="2437638" cy="1130014"/>
          </a:xfrm>
          <a:prstGeom prst="round2SameRect">
            <a:avLst>
              <a:gd name="adj1" fmla="val 14094"/>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2400">
              <a:latin typeface="Josefin Sans" panose="00000500000000000000" pitchFamily="2" charset="0"/>
            </a:endParaRPr>
          </a:p>
        </p:txBody>
      </p:sp>
      <p:sp>
        <p:nvSpPr>
          <p:cNvPr id="35" name="Pentagon 14">
            <a:extLst>
              <a:ext uri="{FF2B5EF4-FFF2-40B4-BE49-F238E27FC236}">
                <a16:creationId xmlns:a16="http://schemas.microsoft.com/office/drawing/2014/main" id="{F8533CE8-7725-44AC-9F28-E81896CC0725}"/>
              </a:ext>
            </a:extLst>
          </p:cNvPr>
          <p:cNvSpPr/>
          <p:nvPr userDrawn="1"/>
        </p:nvSpPr>
        <p:spPr>
          <a:xfrm rot="5400000">
            <a:off x="2841492" y="3254136"/>
            <a:ext cx="3651249" cy="2437636"/>
          </a:xfrm>
          <a:prstGeom prst="roundRect">
            <a:avLst>
              <a:gd name="adj" fmla="val 7505"/>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450"/>
          </a:p>
        </p:txBody>
      </p:sp>
      <p:sp>
        <p:nvSpPr>
          <p:cNvPr id="36" name="Round Same Side Corner Rectangle 42">
            <a:extLst>
              <a:ext uri="{FF2B5EF4-FFF2-40B4-BE49-F238E27FC236}">
                <a16:creationId xmlns:a16="http://schemas.microsoft.com/office/drawing/2014/main" id="{D4ECE6F9-C96F-4F42-BE1E-85A1EEA993AD}"/>
              </a:ext>
            </a:extLst>
          </p:cNvPr>
          <p:cNvSpPr/>
          <p:nvPr userDrawn="1"/>
        </p:nvSpPr>
        <p:spPr>
          <a:xfrm>
            <a:off x="3448317" y="2647328"/>
            <a:ext cx="2437638" cy="1130014"/>
          </a:xfrm>
          <a:prstGeom prst="round2SameRect">
            <a:avLst>
              <a:gd name="adj1" fmla="val 14768"/>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2400">
              <a:latin typeface="Josefin Sans" panose="00000500000000000000" pitchFamily="2" charset="0"/>
            </a:endParaRPr>
          </a:p>
        </p:txBody>
      </p:sp>
      <p:sp>
        <p:nvSpPr>
          <p:cNvPr id="37" name="Pentagon 14">
            <a:extLst>
              <a:ext uri="{FF2B5EF4-FFF2-40B4-BE49-F238E27FC236}">
                <a16:creationId xmlns:a16="http://schemas.microsoft.com/office/drawing/2014/main" id="{DA0865D2-EC55-45D6-8CE0-9469EF804798}"/>
              </a:ext>
            </a:extLst>
          </p:cNvPr>
          <p:cNvSpPr/>
          <p:nvPr userDrawn="1"/>
        </p:nvSpPr>
        <p:spPr>
          <a:xfrm rot="5400000">
            <a:off x="5572240" y="3254136"/>
            <a:ext cx="3651249" cy="2437636"/>
          </a:xfrm>
          <a:prstGeom prst="roundRect">
            <a:avLst>
              <a:gd name="adj" fmla="val 7505"/>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450"/>
          </a:p>
        </p:txBody>
      </p:sp>
      <p:sp>
        <p:nvSpPr>
          <p:cNvPr id="38" name="Round Same Side Corner Rectangle 42">
            <a:extLst>
              <a:ext uri="{FF2B5EF4-FFF2-40B4-BE49-F238E27FC236}">
                <a16:creationId xmlns:a16="http://schemas.microsoft.com/office/drawing/2014/main" id="{C53201A6-9685-415B-814C-0873E0452300}"/>
              </a:ext>
            </a:extLst>
          </p:cNvPr>
          <p:cNvSpPr/>
          <p:nvPr userDrawn="1"/>
        </p:nvSpPr>
        <p:spPr>
          <a:xfrm>
            <a:off x="6179065" y="2647328"/>
            <a:ext cx="2437638" cy="1130014"/>
          </a:xfrm>
          <a:prstGeom prst="round2SameRect">
            <a:avLst>
              <a:gd name="adj1" fmla="val 16791"/>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2400">
              <a:latin typeface="Josefin Sans" panose="00000500000000000000" pitchFamily="2" charset="0"/>
            </a:endParaRPr>
          </a:p>
        </p:txBody>
      </p:sp>
      <p:sp>
        <p:nvSpPr>
          <p:cNvPr id="39" name="Pentagon 14">
            <a:extLst>
              <a:ext uri="{FF2B5EF4-FFF2-40B4-BE49-F238E27FC236}">
                <a16:creationId xmlns:a16="http://schemas.microsoft.com/office/drawing/2014/main" id="{7DD5F790-5510-46F3-AD35-440E0345EB69}"/>
              </a:ext>
            </a:extLst>
          </p:cNvPr>
          <p:cNvSpPr/>
          <p:nvPr userDrawn="1"/>
        </p:nvSpPr>
        <p:spPr>
          <a:xfrm rot="5400000">
            <a:off x="8302987" y="3254136"/>
            <a:ext cx="3651249" cy="2437636"/>
          </a:xfrm>
          <a:prstGeom prst="roundRect">
            <a:avLst>
              <a:gd name="adj" fmla="val 7505"/>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450"/>
          </a:p>
        </p:txBody>
      </p:sp>
      <p:sp>
        <p:nvSpPr>
          <p:cNvPr id="40" name="Round Same Side Corner Rectangle 42">
            <a:extLst>
              <a:ext uri="{FF2B5EF4-FFF2-40B4-BE49-F238E27FC236}">
                <a16:creationId xmlns:a16="http://schemas.microsoft.com/office/drawing/2014/main" id="{9C9B65C4-1898-432F-B553-F6453ED8907B}"/>
              </a:ext>
            </a:extLst>
          </p:cNvPr>
          <p:cNvSpPr/>
          <p:nvPr userDrawn="1"/>
        </p:nvSpPr>
        <p:spPr>
          <a:xfrm>
            <a:off x="8909812" y="2647328"/>
            <a:ext cx="2437638" cy="1130014"/>
          </a:xfrm>
          <a:prstGeom prst="round2SameRect">
            <a:avLst>
              <a:gd name="adj1" fmla="val 15442"/>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828891" rtl="0" eaLnBrk="1" latinLnBrk="0" hangingPunct="1">
              <a:defRPr sz="3600" kern="1200">
                <a:solidFill>
                  <a:schemeClr val="lt1"/>
                </a:solidFill>
                <a:latin typeface="+mn-lt"/>
                <a:ea typeface="+mn-ea"/>
                <a:cs typeface="+mn-cs"/>
              </a:defRPr>
            </a:lvl1pPr>
            <a:lvl2pPr marL="914446" algn="l" defTabSz="1828891" rtl="0" eaLnBrk="1" latinLnBrk="0" hangingPunct="1">
              <a:defRPr sz="3600" kern="1200">
                <a:solidFill>
                  <a:schemeClr val="lt1"/>
                </a:solidFill>
                <a:latin typeface="+mn-lt"/>
                <a:ea typeface="+mn-ea"/>
                <a:cs typeface="+mn-cs"/>
              </a:defRPr>
            </a:lvl2pPr>
            <a:lvl3pPr marL="1828891" algn="l" defTabSz="1828891" rtl="0" eaLnBrk="1" latinLnBrk="0" hangingPunct="1">
              <a:defRPr sz="3600" kern="1200">
                <a:solidFill>
                  <a:schemeClr val="lt1"/>
                </a:solidFill>
                <a:latin typeface="+mn-lt"/>
                <a:ea typeface="+mn-ea"/>
                <a:cs typeface="+mn-cs"/>
              </a:defRPr>
            </a:lvl3pPr>
            <a:lvl4pPr marL="2743337" algn="l" defTabSz="1828891" rtl="0" eaLnBrk="1" latinLnBrk="0" hangingPunct="1">
              <a:defRPr sz="3600" kern="1200">
                <a:solidFill>
                  <a:schemeClr val="lt1"/>
                </a:solidFill>
                <a:latin typeface="+mn-lt"/>
                <a:ea typeface="+mn-ea"/>
                <a:cs typeface="+mn-cs"/>
              </a:defRPr>
            </a:lvl4pPr>
            <a:lvl5pPr marL="3657783" algn="l" defTabSz="1828891" rtl="0" eaLnBrk="1" latinLnBrk="0" hangingPunct="1">
              <a:defRPr sz="3600" kern="1200">
                <a:solidFill>
                  <a:schemeClr val="lt1"/>
                </a:solidFill>
                <a:latin typeface="+mn-lt"/>
                <a:ea typeface="+mn-ea"/>
                <a:cs typeface="+mn-cs"/>
              </a:defRPr>
            </a:lvl5pPr>
            <a:lvl6pPr marL="4572229" algn="l" defTabSz="1828891" rtl="0" eaLnBrk="1" latinLnBrk="0" hangingPunct="1">
              <a:defRPr sz="3600" kern="1200">
                <a:solidFill>
                  <a:schemeClr val="lt1"/>
                </a:solidFill>
                <a:latin typeface="+mn-lt"/>
                <a:ea typeface="+mn-ea"/>
                <a:cs typeface="+mn-cs"/>
              </a:defRPr>
            </a:lvl6pPr>
            <a:lvl7pPr marL="5486674" algn="l" defTabSz="1828891" rtl="0" eaLnBrk="1" latinLnBrk="0" hangingPunct="1">
              <a:defRPr sz="3600" kern="1200">
                <a:solidFill>
                  <a:schemeClr val="lt1"/>
                </a:solidFill>
                <a:latin typeface="+mn-lt"/>
                <a:ea typeface="+mn-ea"/>
                <a:cs typeface="+mn-cs"/>
              </a:defRPr>
            </a:lvl7pPr>
            <a:lvl8pPr marL="6401120" algn="l" defTabSz="1828891" rtl="0" eaLnBrk="1" latinLnBrk="0" hangingPunct="1">
              <a:defRPr sz="3600" kern="1200">
                <a:solidFill>
                  <a:schemeClr val="lt1"/>
                </a:solidFill>
                <a:latin typeface="+mn-lt"/>
                <a:ea typeface="+mn-ea"/>
                <a:cs typeface="+mn-cs"/>
              </a:defRPr>
            </a:lvl8pPr>
            <a:lvl9pPr marL="7315566" algn="l" defTabSz="1828891" rtl="0" eaLnBrk="1" latinLnBrk="0" hangingPunct="1">
              <a:defRPr sz="3600" kern="1200">
                <a:solidFill>
                  <a:schemeClr val="lt1"/>
                </a:solidFill>
                <a:latin typeface="+mn-lt"/>
                <a:ea typeface="+mn-ea"/>
                <a:cs typeface="+mn-cs"/>
              </a:defRPr>
            </a:lvl9pPr>
          </a:lstStyle>
          <a:p>
            <a:pPr algn="ctr"/>
            <a:endParaRPr lang="en-US" sz="2400">
              <a:latin typeface="Josefin Sans" panose="00000500000000000000" pitchFamily="2" charset="0"/>
            </a:endParaRPr>
          </a:p>
        </p:txBody>
      </p:sp>
      <p:sp>
        <p:nvSpPr>
          <p:cNvPr id="41" name="Oval 40">
            <a:extLst>
              <a:ext uri="{FF2B5EF4-FFF2-40B4-BE49-F238E27FC236}">
                <a16:creationId xmlns:a16="http://schemas.microsoft.com/office/drawing/2014/main" id="{46A47D6B-DC04-4E5E-AA59-9C067F027E8A}"/>
              </a:ext>
            </a:extLst>
          </p:cNvPr>
          <p:cNvSpPr/>
          <p:nvPr userDrawn="1"/>
        </p:nvSpPr>
        <p:spPr>
          <a:xfrm>
            <a:off x="1793513" y="2170982"/>
            <a:ext cx="285750" cy="28575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2" name="Oval 41">
            <a:extLst>
              <a:ext uri="{FF2B5EF4-FFF2-40B4-BE49-F238E27FC236}">
                <a16:creationId xmlns:a16="http://schemas.microsoft.com/office/drawing/2014/main" id="{56C159FC-7586-427C-A954-AF0BE33EE1D7}"/>
              </a:ext>
            </a:extLst>
          </p:cNvPr>
          <p:cNvSpPr/>
          <p:nvPr userDrawn="1"/>
        </p:nvSpPr>
        <p:spPr>
          <a:xfrm>
            <a:off x="4524261" y="2170982"/>
            <a:ext cx="285750" cy="28575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3" name="Oval 42">
            <a:extLst>
              <a:ext uri="{FF2B5EF4-FFF2-40B4-BE49-F238E27FC236}">
                <a16:creationId xmlns:a16="http://schemas.microsoft.com/office/drawing/2014/main" id="{44632890-AEA2-4EB7-A1EE-EBA39C9128D7}"/>
              </a:ext>
            </a:extLst>
          </p:cNvPr>
          <p:cNvSpPr/>
          <p:nvPr userDrawn="1"/>
        </p:nvSpPr>
        <p:spPr>
          <a:xfrm>
            <a:off x="7255009" y="2170982"/>
            <a:ext cx="285750" cy="28575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4" name="Oval 43">
            <a:extLst>
              <a:ext uri="{FF2B5EF4-FFF2-40B4-BE49-F238E27FC236}">
                <a16:creationId xmlns:a16="http://schemas.microsoft.com/office/drawing/2014/main" id="{4841D99C-F574-4EA2-98FE-E0219B014AE0}"/>
              </a:ext>
            </a:extLst>
          </p:cNvPr>
          <p:cNvSpPr/>
          <p:nvPr userDrawn="1"/>
        </p:nvSpPr>
        <p:spPr>
          <a:xfrm>
            <a:off x="9985756" y="2170982"/>
            <a:ext cx="285750" cy="28575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cxnSp>
        <p:nvCxnSpPr>
          <p:cNvPr id="45" name="Straight Arrow Connector 44">
            <a:extLst>
              <a:ext uri="{FF2B5EF4-FFF2-40B4-BE49-F238E27FC236}">
                <a16:creationId xmlns:a16="http://schemas.microsoft.com/office/drawing/2014/main" id="{98D68C0C-3E94-401A-B957-D15360CBF41A}"/>
              </a:ext>
            </a:extLst>
          </p:cNvPr>
          <p:cNvCxnSpPr>
            <a:stCxn id="41" idx="6"/>
            <a:endCxn id="42" idx="2"/>
          </p:cNvCxnSpPr>
          <p:nvPr userDrawn="1"/>
        </p:nvCxnSpPr>
        <p:spPr>
          <a:xfrm>
            <a:off x="2079263" y="2313857"/>
            <a:ext cx="2444998" cy="0"/>
          </a:xfrm>
          <a:prstGeom prst="straightConnector1">
            <a:avLst/>
          </a:prstGeom>
          <a:ln w="1270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22782C7-B1AA-4898-8475-50BC3D6F85FC}"/>
              </a:ext>
            </a:extLst>
          </p:cNvPr>
          <p:cNvCxnSpPr>
            <a:stCxn id="42" idx="6"/>
            <a:endCxn id="43" idx="2"/>
          </p:cNvCxnSpPr>
          <p:nvPr userDrawn="1"/>
        </p:nvCxnSpPr>
        <p:spPr>
          <a:xfrm>
            <a:off x="4810011" y="2313857"/>
            <a:ext cx="2444998" cy="0"/>
          </a:xfrm>
          <a:prstGeom prst="straightConnector1">
            <a:avLst/>
          </a:prstGeom>
          <a:ln w="1270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8275F9F-1347-4C82-B2B9-54C2D2E4BBE7}"/>
              </a:ext>
            </a:extLst>
          </p:cNvPr>
          <p:cNvCxnSpPr>
            <a:stCxn id="43" idx="6"/>
            <a:endCxn id="44" idx="2"/>
          </p:cNvCxnSpPr>
          <p:nvPr userDrawn="1"/>
        </p:nvCxnSpPr>
        <p:spPr>
          <a:xfrm>
            <a:off x="7540759" y="2313857"/>
            <a:ext cx="2444997" cy="0"/>
          </a:xfrm>
          <a:prstGeom prst="straightConnector1">
            <a:avLst/>
          </a:prstGeom>
          <a:ln w="1270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0" name="Text Placeholder 8">
            <a:extLst>
              <a:ext uri="{FF2B5EF4-FFF2-40B4-BE49-F238E27FC236}">
                <a16:creationId xmlns:a16="http://schemas.microsoft.com/office/drawing/2014/main" id="{6D99A41B-AED9-4449-9D22-AF7E7C9F062F}"/>
              </a:ext>
            </a:extLst>
          </p:cNvPr>
          <p:cNvSpPr>
            <a:spLocks noGrp="1"/>
          </p:cNvSpPr>
          <p:nvPr>
            <p:ph type="body" sz="quarter" idx="12"/>
          </p:nvPr>
        </p:nvSpPr>
        <p:spPr>
          <a:xfrm>
            <a:off x="844550" y="2900520"/>
            <a:ext cx="2166541" cy="623629"/>
          </a:xfrm>
          <a:prstGeom prst="rect">
            <a:avLst/>
          </a:prstGeom>
        </p:spPr>
        <p:txBody>
          <a:bodyPr/>
          <a:lstStyle>
            <a:lvl1pPr marL="0" indent="0">
              <a:buNone/>
              <a:defRPr sz="1800" b="1">
                <a:solidFill>
                  <a:schemeClr val="bg1"/>
                </a:solidFill>
              </a:defRPr>
            </a:lvl1pPr>
          </a:lstStyle>
          <a:p>
            <a:pPr lvl="0"/>
            <a:r>
              <a:rPr lang="en-US"/>
              <a:t>Edit Master text</a:t>
            </a:r>
          </a:p>
        </p:txBody>
      </p:sp>
      <p:sp>
        <p:nvSpPr>
          <p:cNvPr id="61" name="Text Placeholder 8">
            <a:extLst>
              <a:ext uri="{FF2B5EF4-FFF2-40B4-BE49-F238E27FC236}">
                <a16:creationId xmlns:a16="http://schemas.microsoft.com/office/drawing/2014/main" id="{13EEB047-7102-4E0C-9B5D-6D7AA41B9BF3}"/>
              </a:ext>
            </a:extLst>
          </p:cNvPr>
          <p:cNvSpPr>
            <a:spLocks noGrp="1"/>
          </p:cNvSpPr>
          <p:nvPr>
            <p:ph type="body" sz="quarter" idx="13"/>
          </p:nvPr>
        </p:nvSpPr>
        <p:spPr>
          <a:xfrm>
            <a:off x="3583845" y="2900519"/>
            <a:ext cx="2166541" cy="623629"/>
          </a:xfrm>
          <a:prstGeom prst="rect">
            <a:avLst/>
          </a:prstGeom>
        </p:spPr>
        <p:txBody>
          <a:bodyPr/>
          <a:lstStyle>
            <a:lvl1pPr marL="0" indent="0">
              <a:buNone/>
              <a:defRPr sz="1800" b="1">
                <a:solidFill>
                  <a:schemeClr val="bg1"/>
                </a:solidFill>
              </a:defRPr>
            </a:lvl1pPr>
          </a:lstStyle>
          <a:p>
            <a:pPr lvl="0"/>
            <a:r>
              <a:rPr lang="en-US"/>
              <a:t>Edit Master text</a:t>
            </a:r>
          </a:p>
        </p:txBody>
      </p:sp>
      <p:sp>
        <p:nvSpPr>
          <p:cNvPr id="62" name="Text Placeholder 8">
            <a:extLst>
              <a:ext uri="{FF2B5EF4-FFF2-40B4-BE49-F238E27FC236}">
                <a16:creationId xmlns:a16="http://schemas.microsoft.com/office/drawing/2014/main" id="{A1D5E79E-B69C-48EB-82FB-19BA0EB34473}"/>
              </a:ext>
            </a:extLst>
          </p:cNvPr>
          <p:cNvSpPr>
            <a:spLocks noGrp="1"/>
          </p:cNvSpPr>
          <p:nvPr>
            <p:ph type="body" sz="quarter" idx="14"/>
          </p:nvPr>
        </p:nvSpPr>
        <p:spPr>
          <a:xfrm>
            <a:off x="6314593" y="2900519"/>
            <a:ext cx="2166541" cy="623629"/>
          </a:xfrm>
          <a:prstGeom prst="rect">
            <a:avLst/>
          </a:prstGeom>
        </p:spPr>
        <p:txBody>
          <a:bodyPr/>
          <a:lstStyle>
            <a:lvl1pPr marL="0" indent="0">
              <a:buNone/>
              <a:defRPr sz="1800" b="1">
                <a:solidFill>
                  <a:schemeClr val="bg1"/>
                </a:solidFill>
              </a:defRPr>
            </a:lvl1pPr>
          </a:lstStyle>
          <a:p>
            <a:pPr lvl="0"/>
            <a:r>
              <a:rPr lang="en-US"/>
              <a:t>Edit Master text</a:t>
            </a:r>
          </a:p>
        </p:txBody>
      </p:sp>
      <p:sp>
        <p:nvSpPr>
          <p:cNvPr id="63" name="Text Placeholder 8">
            <a:extLst>
              <a:ext uri="{FF2B5EF4-FFF2-40B4-BE49-F238E27FC236}">
                <a16:creationId xmlns:a16="http://schemas.microsoft.com/office/drawing/2014/main" id="{06BB0AE2-D83F-436D-87FF-9B093E43FC61}"/>
              </a:ext>
            </a:extLst>
          </p:cNvPr>
          <p:cNvSpPr>
            <a:spLocks noGrp="1"/>
          </p:cNvSpPr>
          <p:nvPr>
            <p:ph type="body" sz="quarter" idx="15"/>
          </p:nvPr>
        </p:nvSpPr>
        <p:spPr>
          <a:xfrm>
            <a:off x="9045340" y="2900518"/>
            <a:ext cx="2166541" cy="623629"/>
          </a:xfrm>
          <a:prstGeom prst="rect">
            <a:avLst/>
          </a:prstGeom>
        </p:spPr>
        <p:txBody>
          <a:bodyPr/>
          <a:lstStyle>
            <a:lvl1pPr marL="0" indent="0">
              <a:buNone/>
              <a:defRPr sz="1800" b="1">
                <a:solidFill>
                  <a:schemeClr val="bg1"/>
                </a:solidFill>
              </a:defRPr>
            </a:lvl1pPr>
          </a:lstStyle>
          <a:p>
            <a:pPr lvl="0"/>
            <a:r>
              <a:rPr lang="en-US"/>
              <a:t>Edit Master text</a:t>
            </a:r>
          </a:p>
        </p:txBody>
      </p:sp>
      <p:sp>
        <p:nvSpPr>
          <p:cNvPr id="64" name="Text Placeholder 10">
            <a:extLst>
              <a:ext uri="{FF2B5EF4-FFF2-40B4-BE49-F238E27FC236}">
                <a16:creationId xmlns:a16="http://schemas.microsoft.com/office/drawing/2014/main" id="{2AFDF68E-0419-471C-8AE1-B6B92C22C007}"/>
              </a:ext>
            </a:extLst>
          </p:cNvPr>
          <p:cNvSpPr>
            <a:spLocks noGrp="1"/>
          </p:cNvSpPr>
          <p:nvPr>
            <p:ph type="body" sz="quarter" idx="16"/>
          </p:nvPr>
        </p:nvSpPr>
        <p:spPr>
          <a:xfrm>
            <a:off x="844551" y="3886309"/>
            <a:ext cx="2166540" cy="2254141"/>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a:t>
            </a:r>
          </a:p>
        </p:txBody>
      </p:sp>
      <p:sp>
        <p:nvSpPr>
          <p:cNvPr id="65" name="Text Placeholder 10">
            <a:extLst>
              <a:ext uri="{FF2B5EF4-FFF2-40B4-BE49-F238E27FC236}">
                <a16:creationId xmlns:a16="http://schemas.microsoft.com/office/drawing/2014/main" id="{EA422222-C60F-49B5-B2C0-2235C4558BFB}"/>
              </a:ext>
            </a:extLst>
          </p:cNvPr>
          <p:cNvSpPr>
            <a:spLocks noGrp="1"/>
          </p:cNvSpPr>
          <p:nvPr>
            <p:ph type="body" sz="quarter" idx="17"/>
          </p:nvPr>
        </p:nvSpPr>
        <p:spPr>
          <a:xfrm>
            <a:off x="3583845" y="3910890"/>
            <a:ext cx="2166540" cy="2254141"/>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a:t>
            </a:r>
          </a:p>
        </p:txBody>
      </p:sp>
      <p:sp>
        <p:nvSpPr>
          <p:cNvPr id="66" name="Text Placeholder 10">
            <a:extLst>
              <a:ext uri="{FF2B5EF4-FFF2-40B4-BE49-F238E27FC236}">
                <a16:creationId xmlns:a16="http://schemas.microsoft.com/office/drawing/2014/main" id="{FD88D015-E426-4EED-8C6A-1EE44F9E4C11}"/>
              </a:ext>
            </a:extLst>
          </p:cNvPr>
          <p:cNvSpPr>
            <a:spLocks noGrp="1"/>
          </p:cNvSpPr>
          <p:nvPr>
            <p:ph type="body" sz="quarter" idx="18"/>
          </p:nvPr>
        </p:nvSpPr>
        <p:spPr>
          <a:xfrm>
            <a:off x="6314593" y="3910890"/>
            <a:ext cx="2166540" cy="2254141"/>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a:t>
            </a:r>
          </a:p>
        </p:txBody>
      </p:sp>
      <p:sp>
        <p:nvSpPr>
          <p:cNvPr id="67" name="Text Placeholder 10">
            <a:extLst>
              <a:ext uri="{FF2B5EF4-FFF2-40B4-BE49-F238E27FC236}">
                <a16:creationId xmlns:a16="http://schemas.microsoft.com/office/drawing/2014/main" id="{FF5982A3-BC1B-419A-8A1F-B6C697A6AC9E}"/>
              </a:ext>
            </a:extLst>
          </p:cNvPr>
          <p:cNvSpPr>
            <a:spLocks noGrp="1"/>
          </p:cNvSpPr>
          <p:nvPr>
            <p:ph type="body" sz="quarter" idx="19"/>
          </p:nvPr>
        </p:nvSpPr>
        <p:spPr>
          <a:xfrm>
            <a:off x="9039350" y="3886309"/>
            <a:ext cx="2166540" cy="2254141"/>
          </a:xfrm>
          <a:prstGeom prst="rect">
            <a:avLst/>
          </a:prstGeom>
        </p:spPr>
        <p:txBody>
          <a:bodyPr/>
          <a:lstStyle>
            <a:lvl1pPr marL="0" indent="0">
              <a:lnSpc>
                <a:spcPct val="150000"/>
              </a:lnSpc>
              <a:buClr>
                <a:schemeClr val="accent3"/>
              </a:buClr>
              <a:buFont typeface="Wingdings" panose="05000000000000000000" pitchFamily="2" charset="2"/>
              <a:buNone/>
              <a:defRPr sz="1600"/>
            </a:lvl1pPr>
          </a:lstStyle>
          <a:p>
            <a:pPr lvl="0"/>
            <a:r>
              <a:rPr lang="en-US"/>
              <a:t>Edit Master text</a:t>
            </a:r>
          </a:p>
        </p:txBody>
      </p:sp>
      <p:pic>
        <p:nvPicPr>
          <p:cNvPr id="68" name="Picture 67">
            <a:extLst>
              <a:ext uri="{FF2B5EF4-FFF2-40B4-BE49-F238E27FC236}">
                <a16:creationId xmlns:a16="http://schemas.microsoft.com/office/drawing/2014/main" id="{C6340728-1AE9-40BB-B57E-07A2B25F76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69" name="Oval 68">
            <a:extLst>
              <a:ext uri="{FF2B5EF4-FFF2-40B4-BE49-F238E27FC236}">
                <a16:creationId xmlns:a16="http://schemas.microsoft.com/office/drawing/2014/main" id="{6DDA504C-B77A-4DBE-9874-E2E8E8B4CE97}"/>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3372150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5D606CE-C02D-45D5-B6EA-B5DAFE7B8EF5}"/>
              </a:ext>
            </a:extLst>
          </p:cNvPr>
          <p:cNvSpPr>
            <a:spLocks noGrp="1"/>
          </p:cNvSpPr>
          <p:nvPr>
            <p:ph type="pic" sz="quarter" idx="10"/>
          </p:nvPr>
        </p:nvSpPr>
        <p:spPr>
          <a:xfrm>
            <a:off x="1" y="1"/>
            <a:ext cx="7425151" cy="6263103"/>
          </a:xfrm>
          <a:custGeom>
            <a:avLst/>
            <a:gdLst>
              <a:gd name="connsiteX0" fmla="*/ 0 w 7425151"/>
              <a:gd name="connsiteY0" fmla="*/ 0 h 6263103"/>
              <a:gd name="connsiteX1" fmla="*/ 6526865 w 7425151"/>
              <a:gd name="connsiteY1" fmla="*/ 0 h 6263103"/>
              <a:gd name="connsiteX2" fmla="*/ 7220022 w 7425151"/>
              <a:gd name="connsiteY2" fmla="*/ 693158 h 6263103"/>
              <a:gd name="connsiteX3" fmla="*/ 7220022 w 7425151"/>
              <a:gd name="connsiteY3" fmla="*/ 1683611 h 6263103"/>
              <a:gd name="connsiteX4" fmla="*/ 2845659 w 7425151"/>
              <a:gd name="connsiteY4" fmla="*/ 6057974 h 6263103"/>
              <a:gd name="connsiteX5" fmla="*/ 1855206 w 7425151"/>
              <a:gd name="connsiteY5" fmla="*/ 6057974 h 6263103"/>
              <a:gd name="connsiteX6" fmla="*/ 0 w 7425151"/>
              <a:gd name="connsiteY6" fmla="*/ 4202769 h 626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5151" h="6263103">
                <a:moveTo>
                  <a:pt x="0" y="0"/>
                </a:moveTo>
                <a:lnTo>
                  <a:pt x="6526865" y="0"/>
                </a:lnTo>
                <a:lnTo>
                  <a:pt x="7220022" y="693158"/>
                </a:lnTo>
                <a:cubicBezTo>
                  <a:pt x="7493528" y="966664"/>
                  <a:pt x="7493528" y="1410105"/>
                  <a:pt x="7220022" y="1683611"/>
                </a:cubicBezTo>
                <a:lnTo>
                  <a:pt x="2845659" y="6057974"/>
                </a:lnTo>
                <a:cubicBezTo>
                  <a:pt x="2572153" y="6331480"/>
                  <a:pt x="2128712" y="6331480"/>
                  <a:pt x="1855206" y="6057974"/>
                </a:cubicBezTo>
                <a:lnTo>
                  <a:pt x="0" y="4202769"/>
                </a:lnTo>
                <a:close/>
              </a:path>
            </a:pathLst>
          </a:custGeom>
          <a:pattFill prst="ltUpDiag">
            <a:fgClr>
              <a:schemeClr val="bg1">
                <a:lumMod val="65000"/>
              </a:schemeClr>
            </a:fgClr>
            <a:bgClr>
              <a:schemeClr val="bg1"/>
            </a:bgClr>
          </a:pattFill>
        </p:spPr>
        <p:txBody>
          <a:bodyPr wrap="square">
            <a:noAutofit/>
          </a:bodyPr>
          <a:lstStyle>
            <a:lvl1pPr>
              <a:defRPr sz="1400"/>
            </a:lvl1pPr>
          </a:lstStyle>
          <a:p>
            <a:endParaRPr lang="en-ID"/>
          </a:p>
        </p:txBody>
      </p:sp>
      <p:sp>
        <p:nvSpPr>
          <p:cNvPr id="3" name="Freeform: Shape 2">
            <a:extLst>
              <a:ext uri="{FF2B5EF4-FFF2-40B4-BE49-F238E27FC236}">
                <a16:creationId xmlns:a16="http://schemas.microsoft.com/office/drawing/2014/main" id="{7F9F7425-3D9F-4365-BC9A-11371B0402A3}"/>
              </a:ext>
            </a:extLst>
          </p:cNvPr>
          <p:cNvSpPr/>
          <p:nvPr userDrawn="1"/>
        </p:nvSpPr>
        <p:spPr>
          <a:xfrm flipV="1">
            <a:off x="8239271" y="0"/>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lumMod val="92000"/>
                  <a:lumOff val="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Right Triangle 3">
            <a:extLst>
              <a:ext uri="{FF2B5EF4-FFF2-40B4-BE49-F238E27FC236}">
                <a16:creationId xmlns:a16="http://schemas.microsoft.com/office/drawing/2014/main" id="{2FE2DF55-3C78-4FF2-B1E8-0872730DD232}"/>
              </a:ext>
            </a:extLst>
          </p:cNvPr>
          <p:cNvSpPr/>
          <p:nvPr userDrawn="1"/>
        </p:nvSpPr>
        <p:spPr>
          <a:xfrm>
            <a:off x="0" y="1619250"/>
            <a:ext cx="6096000" cy="5238750"/>
          </a:xfrm>
          <a:prstGeom prst="rtTriangle">
            <a:avLst/>
          </a:prstGeom>
          <a:gradFill flip="none" rotWithShape="1">
            <a:gsLst>
              <a:gs pos="0">
                <a:schemeClr val="accent1"/>
              </a:gs>
              <a:gs pos="100000">
                <a:schemeClr val="accent3"/>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Rectangle: Rounded Corners 5">
            <a:extLst>
              <a:ext uri="{FF2B5EF4-FFF2-40B4-BE49-F238E27FC236}">
                <a16:creationId xmlns:a16="http://schemas.microsoft.com/office/drawing/2014/main" id="{3F56737D-2C58-4E3C-A4B3-FB222E3CF6E8}"/>
              </a:ext>
            </a:extLst>
          </p:cNvPr>
          <p:cNvSpPr/>
          <p:nvPr userDrawn="1"/>
        </p:nvSpPr>
        <p:spPr>
          <a:xfrm rot="2700000">
            <a:off x="2921014" y="3541936"/>
            <a:ext cx="2167952" cy="2167952"/>
          </a:xfrm>
          <a:prstGeom prst="roundRect">
            <a:avLst>
              <a:gd name="adj" fmla="val 1331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7" name="Oval 6">
            <a:extLst>
              <a:ext uri="{FF2B5EF4-FFF2-40B4-BE49-F238E27FC236}">
                <a16:creationId xmlns:a16="http://schemas.microsoft.com/office/drawing/2014/main" id="{28C81B1D-BC34-4CD2-8510-B5ECAAC5EDE0}"/>
              </a:ext>
            </a:extLst>
          </p:cNvPr>
          <p:cNvSpPr/>
          <p:nvPr userDrawn="1"/>
        </p:nvSpPr>
        <p:spPr>
          <a:xfrm>
            <a:off x="205066" y="5539414"/>
            <a:ext cx="680759" cy="680759"/>
          </a:xfrm>
          <a:prstGeom prst="ellipse">
            <a:avLst/>
          </a:prstGeom>
          <a:gradFill flip="none" rotWithShape="1">
            <a:gsLst>
              <a:gs pos="59000">
                <a:schemeClr val="bg1">
                  <a:lumMod val="95000"/>
                  <a:alpha val="0"/>
                </a:schemeClr>
              </a:gs>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pic>
        <p:nvPicPr>
          <p:cNvPr id="10" name="Picture 9">
            <a:extLst>
              <a:ext uri="{FF2B5EF4-FFF2-40B4-BE49-F238E27FC236}">
                <a16:creationId xmlns:a16="http://schemas.microsoft.com/office/drawing/2014/main" id="{AB2E5C9A-FBB0-43C7-A7F4-7F5C954D83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1539" y="5810133"/>
            <a:ext cx="3035395" cy="880962"/>
          </a:xfrm>
          <a:prstGeom prst="rect">
            <a:avLst/>
          </a:prstGeom>
        </p:spPr>
      </p:pic>
      <p:sp>
        <p:nvSpPr>
          <p:cNvPr id="12" name="Text Placeholder 11">
            <a:extLst>
              <a:ext uri="{FF2B5EF4-FFF2-40B4-BE49-F238E27FC236}">
                <a16:creationId xmlns:a16="http://schemas.microsoft.com/office/drawing/2014/main" id="{A4C05978-A522-4871-971D-254939EDE23B}"/>
              </a:ext>
            </a:extLst>
          </p:cNvPr>
          <p:cNvSpPr>
            <a:spLocks noGrp="1"/>
          </p:cNvSpPr>
          <p:nvPr>
            <p:ph type="body" sz="quarter" idx="11"/>
          </p:nvPr>
        </p:nvSpPr>
        <p:spPr>
          <a:xfrm>
            <a:off x="6910119" y="2334859"/>
            <a:ext cx="4600396" cy="1140416"/>
          </a:xfrm>
          <a:prstGeom prst="rect">
            <a:avLst/>
          </a:prstGeom>
        </p:spPr>
        <p:txBody>
          <a:bodyPr/>
          <a:lstStyle>
            <a:lvl1pPr marL="0" indent="0">
              <a:buNone/>
              <a:defRPr sz="3600">
                <a:solidFill>
                  <a:schemeClr val="accent5"/>
                </a:solidFill>
                <a:latin typeface="+mj-lt"/>
              </a:defRPr>
            </a:lvl1pPr>
          </a:lstStyle>
          <a:p>
            <a:pPr lvl="0"/>
            <a:r>
              <a:rPr lang="en-US"/>
              <a:t>Edit Master text</a:t>
            </a:r>
          </a:p>
        </p:txBody>
      </p:sp>
      <p:sp>
        <p:nvSpPr>
          <p:cNvPr id="13" name="Text Placeholder 11">
            <a:extLst>
              <a:ext uri="{FF2B5EF4-FFF2-40B4-BE49-F238E27FC236}">
                <a16:creationId xmlns:a16="http://schemas.microsoft.com/office/drawing/2014/main" id="{18E58459-5414-4957-BD29-BF98C7DAE6DE}"/>
              </a:ext>
            </a:extLst>
          </p:cNvPr>
          <p:cNvSpPr>
            <a:spLocks noGrp="1"/>
          </p:cNvSpPr>
          <p:nvPr>
            <p:ph type="body" sz="quarter" idx="12"/>
          </p:nvPr>
        </p:nvSpPr>
        <p:spPr>
          <a:xfrm>
            <a:off x="6910119" y="3730959"/>
            <a:ext cx="4600396" cy="699054"/>
          </a:xfrm>
          <a:prstGeom prst="rect">
            <a:avLst/>
          </a:prstGeom>
        </p:spPr>
        <p:txBody>
          <a:bodyPr/>
          <a:lstStyle>
            <a:lvl1pPr marL="0" indent="0">
              <a:buNone/>
              <a:defRPr sz="2000" b="0">
                <a:solidFill>
                  <a:schemeClr val="accent1"/>
                </a:solidFill>
                <a:latin typeface="+mn-lt"/>
              </a:defRPr>
            </a:lvl1pPr>
          </a:lstStyle>
          <a:p>
            <a:pPr lvl="0"/>
            <a:r>
              <a:rPr lang="en-US"/>
              <a:t>Edit Master text</a:t>
            </a:r>
          </a:p>
        </p:txBody>
      </p:sp>
      <p:sp>
        <p:nvSpPr>
          <p:cNvPr id="14" name="Text Placeholder 11">
            <a:extLst>
              <a:ext uri="{FF2B5EF4-FFF2-40B4-BE49-F238E27FC236}">
                <a16:creationId xmlns:a16="http://schemas.microsoft.com/office/drawing/2014/main" id="{1901F37F-E93D-4336-9242-EAEE839E7247}"/>
              </a:ext>
            </a:extLst>
          </p:cNvPr>
          <p:cNvSpPr>
            <a:spLocks noGrp="1"/>
          </p:cNvSpPr>
          <p:nvPr>
            <p:ph type="body" sz="quarter" idx="13"/>
          </p:nvPr>
        </p:nvSpPr>
        <p:spPr>
          <a:xfrm>
            <a:off x="6910119" y="4647504"/>
            <a:ext cx="4600396" cy="699054"/>
          </a:xfrm>
          <a:prstGeom prst="rect">
            <a:avLst/>
          </a:prstGeom>
        </p:spPr>
        <p:txBody>
          <a:bodyPr/>
          <a:lstStyle>
            <a:lvl1pPr marL="0" indent="0">
              <a:buNone/>
              <a:defRPr sz="1600" b="0">
                <a:solidFill>
                  <a:srgbClr val="C5C3C4"/>
                </a:solidFill>
                <a:latin typeface="+mn-lt"/>
              </a:defRPr>
            </a:lvl1pPr>
          </a:lstStyle>
          <a:p>
            <a:pPr lvl="0"/>
            <a:r>
              <a:rPr lang="en-US"/>
              <a:t>Edit Master text</a:t>
            </a:r>
          </a:p>
        </p:txBody>
      </p:sp>
      <p:pic>
        <p:nvPicPr>
          <p:cNvPr id="2" name="Picture 1">
            <a:extLst>
              <a:ext uri="{FF2B5EF4-FFF2-40B4-BE49-F238E27FC236}">
                <a16:creationId xmlns:a16="http://schemas.microsoft.com/office/drawing/2014/main" id="{657419F8-DD42-7363-14B2-B90B1081F810}"/>
              </a:ext>
            </a:extLst>
          </p:cNvPr>
          <p:cNvPicPr>
            <a:picLocks noChangeAspect="1"/>
          </p:cNvPicPr>
          <p:nvPr userDrawn="1"/>
        </p:nvPicPr>
        <p:blipFill>
          <a:blip r:embed="rId3"/>
          <a:stretch>
            <a:fillRect/>
          </a:stretch>
        </p:blipFill>
        <p:spPr>
          <a:xfrm>
            <a:off x="9538830" y="18520"/>
            <a:ext cx="2634654" cy="1707256"/>
          </a:xfrm>
          <a:prstGeom prst="rect">
            <a:avLst/>
          </a:prstGeom>
        </p:spPr>
      </p:pic>
    </p:spTree>
    <p:extLst>
      <p:ext uri="{BB962C8B-B14F-4D97-AF65-F5344CB8AC3E}">
        <p14:creationId xmlns:p14="http://schemas.microsoft.com/office/powerpoint/2010/main" val="544555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828A00D-EE98-41D6-8811-7F89783553B8}"/>
              </a:ext>
            </a:extLst>
          </p:cNvPr>
          <p:cNvSpPr>
            <a:spLocks noGrp="1"/>
          </p:cNvSpPr>
          <p:nvPr>
            <p:ph type="pic" sz="quarter" idx="10"/>
          </p:nvPr>
        </p:nvSpPr>
        <p:spPr>
          <a:xfrm>
            <a:off x="6631722" y="0"/>
            <a:ext cx="5560279" cy="6858000"/>
          </a:xfrm>
          <a:custGeom>
            <a:avLst/>
            <a:gdLst>
              <a:gd name="connsiteX0" fmla="*/ 0 w 5560279"/>
              <a:gd name="connsiteY0" fmla="*/ 0 h 6858000"/>
              <a:gd name="connsiteX1" fmla="*/ 5560279 w 5560279"/>
              <a:gd name="connsiteY1" fmla="*/ 0 h 6858000"/>
              <a:gd name="connsiteX2" fmla="*/ 5560279 w 5560279"/>
              <a:gd name="connsiteY2" fmla="*/ 6858000 h 6858000"/>
              <a:gd name="connsiteX3" fmla="*/ 2 w 5560279"/>
              <a:gd name="connsiteY3" fmla="*/ 6858000 h 6858000"/>
              <a:gd name="connsiteX4" fmla="*/ 146717 w 5560279"/>
              <a:gd name="connsiteY4" fmla="*/ 6688627 h 6858000"/>
              <a:gd name="connsiteX5" fmla="*/ 1316892 w 5560279"/>
              <a:gd name="connsiteY5" fmla="*/ 3429001 h 6858000"/>
              <a:gd name="connsiteX6" fmla="*/ 146717 w 5560279"/>
              <a:gd name="connsiteY6" fmla="*/ 1693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0279" h="6858000">
                <a:moveTo>
                  <a:pt x="0" y="0"/>
                </a:moveTo>
                <a:lnTo>
                  <a:pt x="5560279" y="0"/>
                </a:lnTo>
                <a:lnTo>
                  <a:pt x="5560279" y="6858000"/>
                </a:lnTo>
                <a:lnTo>
                  <a:pt x="2" y="6858000"/>
                </a:lnTo>
                <a:lnTo>
                  <a:pt x="146717" y="6688627"/>
                </a:lnTo>
                <a:cubicBezTo>
                  <a:pt x="877750" y="5802820"/>
                  <a:pt x="1316892" y="4667194"/>
                  <a:pt x="1316892" y="3429001"/>
                </a:cubicBezTo>
                <a:cubicBezTo>
                  <a:pt x="1316892" y="2190808"/>
                  <a:pt x="877750" y="1055182"/>
                  <a:pt x="146717" y="169375"/>
                </a:cubicBezTo>
                <a:close/>
              </a:path>
            </a:pathLst>
          </a:custGeom>
          <a:pattFill prst="ltUpDiag">
            <a:fgClr>
              <a:schemeClr val="accent1"/>
            </a:fgClr>
            <a:bgClr>
              <a:schemeClr val="bg1"/>
            </a:bgClr>
          </a:pattFill>
        </p:spPr>
        <p:txBody>
          <a:bodyPr wrap="square">
            <a:noAutofit/>
          </a:bodyPr>
          <a:lstStyle>
            <a:lvl1pPr>
              <a:defRPr sz="1400"/>
            </a:lvl1pPr>
          </a:lstStyle>
          <a:p>
            <a:endParaRPr lang="en-ID"/>
          </a:p>
        </p:txBody>
      </p:sp>
      <p:sp>
        <p:nvSpPr>
          <p:cNvPr id="3" name="Freeform: Shape 2">
            <a:extLst>
              <a:ext uri="{FF2B5EF4-FFF2-40B4-BE49-F238E27FC236}">
                <a16:creationId xmlns:a16="http://schemas.microsoft.com/office/drawing/2014/main" id="{EEEE3B03-D9C9-427E-985B-35C7B48B21CC}"/>
              </a:ext>
            </a:extLst>
          </p:cNvPr>
          <p:cNvSpPr/>
          <p:nvPr userDrawn="1"/>
        </p:nvSpPr>
        <p:spPr>
          <a:xfrm>
            <a:off x="5580920" y="0"/>
            <a:ext cx="6611081" cy="6858000"/>
          </a:xfrm>
          <a:custGeom>
            <a:avLst/>
            <a:gdLst>
              <a:gd name="connsiteX0" fmla="*/ 0 w 6611081"/>
              <a:gd name="connsiteY0" fmla="*/ 0 h 6858000"/>
              <a:gd name="connsiteX1" fmla="*/ 6611081 w 6611081"/>
              <a:gd name="connsiteY1" fmla="*/ 0 h 6858000"/>
              <a:gd name="connsiteX2" fmla="*/ 6611081 w 6611081"/>
              <a:gd name="connsiteY2" fmla="*/ 6858000 h 6858000"/>
              <a:gd name="connsiteX3" fmla="*/ 2 w 6611081"/>
              <a:gd name="connsiteY3" fmla="*/ 6858000 h 6858000"/>
              <a:gd name="connsiteX4" fmla="*/ 42403 w 6611081"/>
              <a:gd name="connsiteY4" fmla="*/ 6824680 h 6858000"/>
              <a:gd name="connsiteX5" fmla="*/ 1643795 w 6611081"/>
              <a:gd name="connsiteY5" fmla="*/ 3429001 h 6858000"/>
              <a:gd name="connsiteX6" fmla="*/ 42403 w 6611081"/>
              <a:gd name="connsiteY6" fmla="*/ 3332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1081" h="6858000">
                <a:moveTo>
                  <a:pt x="0" y="0"/>
                </a:moveTo>
                <a:lnTo>
                  <a:pt x="6611081" y="0"/>
                </a:lnTo>
                <a:lnTo>
                  <a:pt x="6611081" y="6858000"/>
                </a:lnTo>
                <a:lnTo>
                  <a:pt x="2" y="6858000"/>
                </a:lnTo>
                <a:lnTo>
                  <a:pt x="42403" y="6824680"/>
                </a:lnTo>
                <a:cubicBezTo>
                  <a:pt x="1020414" y="6017554"/>
                  <a:pt x="1643795" y="4796077"/>
                  <a:pt x="1643795" y="3429001"/>
                </a:cubicBezTo>
                <a:cubicBezTo>
                  <a:pt x="1643795" y="2061925"/>
                  <a:pt x="1020414" y="840448"/>
                  <a:pt x="42403" y="33323"/>
                </a:cubicBezTo>
                <a:close/>
              </a:path>
            </a:pathLst>
          </a:custGeom>
          <a:gradFill flip="none" rotWithShape="1">
            <a:gsLst>
              <a:gs pos="0">
                <a:schemeClr val="accent2"/>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 name="Oval 3">
            <a:extLst>
              <a:ext uri="{FF2B5EF4-FFF2-40B4-BE49-F238E27FC236}">
                <a16:creationId xmlns:a16="http://schemas.microsoft.com/office/drawing/2014/main" id="{DAC110D9-1054-479E-ACEE-4D8913589BCC}"/>
              </a:ext>
            </a:extLst>
          </p:cNvPr>
          <p:cNvSpPr/>
          <p:nvPr userDrawn="1"/>
        </p:nvSpPr>
        <p:spPr>
          <a:xfrm>
            <a:off x="-962025" y="-357187"/>
            <a:ext cx="7572375" cy="7572375"/>
          </a:xfrm>
          <a:prstGeom prst="ellipse">
            <a:avLst/>
          </a:prstGeom>
          <a:gradFill flip="none" rotWithShape="1">
            <a:gsLst>
              <a:gs pos="0">
                <a:schemeClr val="accent1">
                  <a:alpha val="20000"/>
                  <a:lumMod val="95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Text Placeholder 8">
            <a:extLst>
              <a:ext uri="{FF2B5EF4-FFF2-40B4-BE49-F238E27FC236}">
                <a16:creationId xmlns:a16="http://schemas.microsoft.com/office/drawing/2014/main" id="{E2604CB7-7062-43DF-958B-0C46AF4F9039}"/>
              </a:ext>
            </a:extLst>
          </p:cNvPr>
          <p:cNvSpPr>
            <a:spLocks noGrp="1"/>
          </p:cNvSpPr>
          <p:nvPr>
            <p:ph type="body" sz="quarter" idx="11"/>
          </p:nvPr>
        </p:nvSpPr>
        <p:spPr>
          <a:xfrm>
            <a:off x="478380" y="1744079"/>
            <a:ext cx="5638801" cy="2034171"/>
          </a:xfrm>
          <a:prstGeom prst="rect">
            <a:avLst/>
          </a:prstGeom>
        </p:spPr>
        <p:txBody>
          <a:bodyPr/>
          <a:lstStyle>
            <a:lvl1pPr marL="0" indent="0">
              <a:buNone/>
              <a:defRPr sz="3600" b="1">
                <a:solidFill>
                  <a:schemeClr val="accent4"/>
                </a:solidFill>
              </a:defRPr>
            </a:lvl1pPr>
          </a:lstStyle>
          <a:p>
            <a:pPr lvl="0"/>
            <a:r>
              <a:rPr lang="en-US"/>
              <a:t>Edit Master text</a:t>
            </a:r>
          </a:p>
        </p:txBody>
      </p:sp>
      <p:pic>
        <p:nvPicPr>
          <p:cNvPr id="8" name="Picture 7">
            <a:extLst>
              <a:ext uri="{FF2B5EF4-FFF2-40B4-BE49-F238E27FC236}">
                <a16:creationId xmlns:a16="http://schemas.microsoft.com/office/drawing/2014/main" id="{ECC54C4B-907B-1823-1843-B7AE4CE3A426}"/>
              </a:ext>
            </a:extLst>
          </p:cNvPr>
          <p:cNvPicPr>
            <a:picLocks noChangeAspect="1"/>
          </p:cNvPicPr>
          <p:nvPr userDrawn="1"/>
        </p:nvPicPr>
        <p:blipFill>
          <a:blip r:embed="rId2"/>
          <a:stretch>
            <a:fillRect/>
          </a:stretch>
        </p:blipFill>
        <p:spPr>
          <a:xfrm>
            <a:off x="153741" y="5170063"/>
            <a:ext cx="2389836" cy="1548613"/>
          </a:xfrm>
          <a:prstGeom prst="rect">
            <a:avLst/>
          </a:prstGeom>
        </p:spPr>
      </p:pic>
    </p:spTree>
    <p:extLst>
      <p:ext uri="{BB962C8B-B14F-4D97-AF65-F5344CB8AC3E}">
        <p14:creationId xmlns:p14="http://schemas.microsoft.com/office/powerpoint/2010/main" val="3716536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1681254-7DED-460E-A8C9-7529CBDD942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3">
                  <a:alpha val="10000"/>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Freeform: Shape 3">
            <a:extLst>
              <a:ext uri="{FF2B5EF4-FFF2-40B4-BE49-F238E27FC236}">
                <a16:creationId xmlns:a16="http://schemas.microsoft.com/office/drawing/2014/main" id="{2174F54E-CE89-4301-83C6-4E6739300821}"/>
              </a:ext>
            </a:extLst>
          </p:cNvPr>
          <p:cNvSpPr/>
          <p:nvPr userDrawn="1"/>
        </p:nvSpPr>
        <p:spPr>
          <a:xfrm flipH="1" flipV="1">
            <a:off x="-2" y="-2"/>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Rectangle: Rounded Corners 5">
            <a:extLst>
              <a:ext uri="{FF2B5EF4-FFF2-40B4-BE49-F238E27FC236}">
                <a16:creationId xmlns:a16="http://schemas.microsoft.com/office/drawing/2014/main" id="{04521F7C-5BCA-465D-A038-6400C37479DA}"/>
              </a:ext>
            </a:extLst>
          </p:cNvPr>
          <p:cNvSpPr/>
          <p:nvPr userDrawn="1"/>
        </p:nvSpPr>
        <p:spPr>
          <a:xfrm>
            <a:off x="619125" y="990601"/>
            <a:ext cx="10953751" cy="4876800"/>
          </a:xfrm>
          <a:prstGeom prst="roundRect">
            <a:avLst>
              <a:gd name="adj" fmla="val 7899"/>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7" name="Freeform: Shape 6">
            <a:extLst>
              <a:ext uri="{FF2B5EF4-FFF2-40B4-BE49-F238E27FC236}">
                <a16:creationId xmlns:a16="http://schemas.microsoft.com/office/drawing/2014/main" id="{EA8D0231-DC26-4B6B-97B3-9F6AA9FB05D7}"/>
              </a:ext>
            </a:extLst>
          </p:cNvPr>
          <p:cNvSpPr/>
          <p:nvPr userDrawn="1"/>
        </p:nvSpPr>
        <p:spPr>
          <a:xfrm>
            <a:off x="5206665" y="1408361"/>
            <a:ext cx="709819" cy="56331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6"/>
          </a:solidFill>
          <a:ln w="9525" cap="flat">
            <a:noFill/>
            <a:prstDash val="solid"/>
            <a:miter/>
          </a:ln>
        </p:spPr>
        <p:txBody>
          <a:bodyPr rtlCol="0" anchor="ctr"/>
          <a:lstStyle/>
          <a:p>
            <a:endParaRPr lang="en-ID"/>
          </a:p>
        </p:txBody>
      </p:sp>
      <p:sp>
        <p:nvSpPr>
          <p:cNvPr id="5" name="Picture Placeholder 4">
            <a:extLst>
              <a:ext uri="{FF2B5EF4-FFF2-40B4-BE49-F238E27FC236}">
                <a16:creationId xmlns:a16="http://schemas.microsoft.com/office/drawing/2014/main" id="{6C5847D3-EF07-468D-A590-E55D16FAB867}"/>
              </a:ext>
            </a:extLst>
          </p:cNvPr>
          <p:cNvSpPr>
            <a:spLocks noGrp="1"/>
          </p:cNvSpPr>
          <p:nvPr>
            <p:ph type="pic" sz="quarter" idx="10"/>
          </p:nvPr>
        </p:nvSpPr>
        <p:spPr>
          <a:xfrm>
            <a:off x="793750" y="1130300"/>
            <a:ext cx="3964446" cy="4597400"/>
          </a:xfrm>
          <a:prstGeom prst="roundRect">
            <a:avLst>
              <a:gd name="adj" fmla="val 6507"/>
            </a:avLst>
          </a:prstGeom>
          <a:pattFill prst="ltUpDiag">
            <a:fgClr>
              <a:schemeClr val="bg1">
                <a:lumMod val="85000"/>
              </a:schemeClr>
            </a:fgClr>
            <a:bgClr>
              <a:schemeClr val="bg1"/>
            </a:bgClr>
          </a:pattFill>
        </p:spPr>
        <p:txBody>
          <a:bodyPr wrap="square">
            <a:noAutofit/>
          </a:bodyPr>
          <a:lstStyle>
            <a:lvl1pPr>
              <a:defRPr sz="1200"/>
            </a:lvl1pPr>
          </a:lstStyle>
          <a:p>
            <a:endParaRPr lang="en-ID"/>
          </a:p>
        </p:txBody>
      </p:sp>
      <p:sp>
        <p:nvSpPr>
          <p:cNvPr id="8" name="Text Placeholder 8">
            <a:extLst>
              <a:ext uri="{FF2B5EF4-FFF2-40B4-BE49-F238E27FC236}">
                <a16:creationId xmlns:a16="http://schemas.microsoft.com/office/drawing/2014/main" id="{150221F4-5AB4-49B6-8DBA-31E0B32E05C9}"/>
              </a:ext>
            </a:extLst>
          </p:cNvPr>
          <p:cNvSpPr>
            <a:spLocks noGrp="1"/>
          </p:cNvSpPr>
          <p:nvPr>
            <p:ph type="body" sz="quarter" idx="11"/>
          </p:nvPr>
        </p:nvSpPr>
        <p:spPr>
          <a:xfrm>
            <a:off x="5206665" y="2389433"/>
            <a:ext cx="6039185" cy="2425698"/>
          </a:xfrm>
          <a:prstGeom prst="rect">
            <a:avLst/>
          </a:prstGeom>
        </p:spPr>
        <p:txBody>
          <a:bodyPr/>
          <a:lstStyle>
            <a:lvl1pPr marL="0" indent="0">
              <a:lnSpc>
                <a:spcPct val="150000"/>
              </a:lnSpc>
              <a:buNone/>
              <a:defRPr sz="3200" b="1">
                <a:solidFill>
                  <a:schemeClr val="bg1"/>
                </a:solidFill>
              </a:defRPr>
            </a:lvl1pPr>
          </a:lstStyle>
          <a:p>
            <a:pPr lvl="0"/>
            <a:r>
              <a:rPr lang="en-US"/>
              <a:t>Edit Master text</a:t>
            </a:r>
          </a:p>
        </p:txBody>
      </p:sp>
      <p:sp>
        <p:nvSpPr>
          <p:cNvPr id="9" name="Freeform: Shape 8">
            <a:extLst>
              <a:ext uri="{FF2B5EF4-FFF2-40B4-BE49-F238E27FC236}">
                <a16:creationId xmlns:a16="http://schemas.microsoft.com/office/drawing/2014/main" id="{CD88EE27-6B60-4DDF-988B-351EEC6437F4}"/>
              </a:ext>
            </a:extLst>
          </p:cNvPr>
          <p:cNvSpPr/>
          <p:nvPr userDrawn="1"/>
        </p:nvSpPr>
        <p:spPr>
          <a:xfrm flipH="1" flipV="1">
            <a:off x="10536031" y="5059610"/>
            <a:ext cx="709819" cy="56331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6"/>
          </a:solidFill>
          <a:ln w="9525" cap="flat">
            <a:noFill/>
            <a:prstDash val="solid"/>
            <a:miter/>
          </a:ln>
        </p:spPr>
        <p:txBody>
          <a:bodyPr rtlCol="0" anchor="ctr"/>
          <a:lstStyle/>
          <a:p>
            <a:endParaRPr lang="en-ID"/>
          </a:p>
        </p:txBody>
      </p:sp>
      <p:pic>
        <p:nvPicPr>
          <p:cNvPr id="10" name="Picture 9">
            <a:extLst>
              <a:ext uri="{FF2B5EF4-FFF2-40B4-BE49-F238E27FC236}">
                <a16:creationId xmlns:a16="http://schemas.microsoft.com/office/drawing/2014/main" id="{438C9CFA-DC07-4F4A-BE7D-492685603CB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1" name="Oval 10">
            <a:extLst>
              <a:ext uri="{FF2B5EF4-FFF2-40B4-BE49-F238E27FC236}">
                <a16:creationId xmlns:a16="http://schemas.microsoft.com/office/drawing/2014/main" id="{082B83BE-EA63-4BAE-8E1F-9AE453DDA8FB}"/>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378788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1681254-7DED-460E-A8C9-7529CBDD942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3">
                  <a:alpha val="10000"/>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Freeform: Shape 3">
            <a:extLst>
              <a:ext uri="{FF2B5EF4-FFF2-40B4-BE49-F238E27FC236}">
                <a16:creationId xmlns:a16="http://schemas.microsoft.com/office/drawing/2014/main" id="{2174F54E-CE89-4301-83C6-4E6739300821}"/>
              </a:ext>
            </a:extLst>
          </p:cNvPr>
          <p:cNvSpPr/>
          <p:nvPr userDrawn="1"/>
        </p:nvSpPr>
        <p:spPr>
          <a:xfrm flipH="1" flipV="1">
            <a:off x="-2" y="-2"/>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Rectangle: Rounded Corners 5">
            <a:extLst>
              <a:ext uri="{FF2B5EF4-FFF2-40B4-BE49-F238E27FC236}">
                <a16:creationId xmlns:a16="http://schemas.microsoft.com/office/drawing/2014/main" id="{04521F7C-5BCA-465D-A038-6400C37479DA}"/>
              </a:ext>
            </a:extLst>
          </p:cNvPr>
          <p:cNvSpPr/>
          <p:nvPr userDrawn="1"/>
        </p:nvSpPr>
        <p:spPr>
          <a:xfrm>
            <a:off x="619125" y="990601"/>
            <a:ext cx="10953751" cy="4876800"/>
          </a:xfrm>
          <a:prstGeom prst="roundRect">
            <a:avLst>
              <a:gd name="adj" fmla="val 7899"/>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7" name="Freeform: Shape 6">
            <a:extLst>
              <a:ext uri="{FF2B5EF4-FFF2-40B4-BE49-F238E27FC236}">
                <a16:creationId xmlns:a16="http://schemas.microsoft.com/office/drawing/2014/main" id="{EA8D0231-DC26-4B6B-97B3-9F6AA9FB05D7}"/>
              </a:ext>
            </a:extLst>
          </p:cNvPr>
          <p:cNvSpPr/>
          <p:nvPr userDrawn="1"/>
        </p:nvSpPr>
        <p:spPr>
          <a:xfrm>
            <a:off x="920415" y="1313111"/>
            <a:ext cx="709819" cy="56331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6"/>
          </a:solidFill>
          <a:ln w="9525" cap="flat">
            <a:noFill/>
            <a:prstDash val="solid"/>
            <a:miter/>
          </a:ln>
        </p:spPr>
        <p:txBody>
          <a:bodyPr rtlCol="0" anchor="ctr"/>
          <a:lstStyle/>
          <a:p>
            <a:endParaRPr lang="en-ID"/>
          </a:p>
        </p:txBody>
      </p:sp>
      <p:sp>
        <p:nvSpPr>
          <p:cNvPr id="8" name="Text Placeholder 8">
            <a:extLst>
              <a:ext uri="{FF2B5EF4-FFF2-40B4-BE49-F238E27FC236}">
                <a16:creationId xmlns:a16="http://schemas.microsoft.com/office/drawing/2014/main" id="{150221F4-5AB4-49B6-8DBA-31E0B32E05C9}"/>
              </a:ext>
            </a:extLst>
          </p:cNvPr>
          <p:cNvSpPr>
            <a:spLocks noGrp="1"/>
          </p:cNvSpPr>
          <p:nvPr>
            <p:ph type="body" sz="quarter" idx="11"/>
          </p:nvPr>
        </p:nvSpPr>
        <p:spPr>
          <a:xfrm>
            <a:off x="920415" y="2198933"/>
            <a:ext cx="10325435" cy="2616198"/>
          </a:xfrm>
          <a:prstGeom prst="rect">
            <a:avLst/>
          </a:prstGeom>
        </p:spPr>
        <p:txBody>
          <a:bodyPr/>
          <a:lstStyle>
            <a:lvl1pPr marL="0" indent="0">
              <a:lnSpc>
                <a:spcPct val="150000"/>
              </a:lnSpc>
              <a:buNone/>
              <a:defRPr sz="3200" b="1">
                <a:solidFill>
                  <a:schemeClr val="bg1"/>
                </a:solidFill>
              </a:defRPr>
            </a:lvl1pPr>
          </a:lstStyle>
          <a:p>
            <a:pPr lvl="0"/>
            <a:r>
              <a:rPr lang="en-US"/>
              <a:t>Edit Master text</a:t>
            </a:r>
          </a:p>
        </p:txBody>
      </p:sp>
      <p:sp>
        <p:nvSpPr>
          <p:cNvPr id="9" name="Freeform: Shape 8">
            <a:extLst>
              <a:ext uri="{FF2B5EF4-FFF2-40B4-BE49-F238E27FC236}">
                <a16:creationId xmlns:a16="http://schemas.microsoft.com/office/drawing/2014/main" id="{CD88EE27-6B60-4DDF-988B-351EEC6437F4}"/>
              </a:ext>
            </a:extLst>
          </p:cNvPr>
          <p:cNvSpPr/>
          <p:nvPr userDrawn="1"/>
        </p:nvSpPr>
        <p:spPr>
          <a:xfrm flipH="1" flipV="1">
            <a:off x="10536031" y="5059610"/>
            <a:ext cx="709819" cy="56331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6"/>
          </a:solidFill>
          <a:ln w="9525" cap="flat">
            <a:noFill/>
            <a:prstDash val="solid"/>
            <a:miter/>
          </a:ln>
        </p:spPr>
        <p:txBody>
          <a:bodyPr rtlCol="0" anchor="ctr"/>
          <a:lstStyle/>
          <a:p>
            <a:endParaRPr lang="en-ID"/>
          </a:p>
        </p:txBody>
      </p:sp>
      <p:pic>
        <p:nvPicPr>
          <p:cNvPr id="10" name="Picture 9">
            <a:extLst>
              <a:ext uri="{FF2B5EF4-FFF2-40B4-BE49-F238E27FC236}">
                <a16:creationId xmlns:a16="http://schemas.microsoft.com/office/drawing/2014/main" id="{4782E2FA-5FC7-4F34-8DFB-17003BE68F8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1" name="Oval 10">
            <a:extLst>
              <a:ext uri="{FF2B5EF4-FFF2-40B4-BE49-F238E27FC236}">
                <a16:creationId xmlns:a16="http://schemas.microsoft.com/office/drawing/2014/main" id="{9F770F69-0B63-4DB3-A1CC-8F42D391F6CB}"/>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3643301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1681254-7DED-460E-A8C9-7529CBDD9424}"/>
              </a:ext>
            </a:extLst>
          </p:cNvPr>
          <p:cNvSpPr/>
          <p:nvPr userDrawn="1"/>
        </p:nvSpPr>
        <p:spPr>
          <a:xfrm flipV="1">
            <a:off x="7433805" y="0"/>
            <a:ext cx="4758195" cy="6858000"/>
          </a:xfrm>
          <a:custGeom>
            <a:avLst/>
            <a:gdLst>
              <a:gd name="connsiteX0" fmla="*/ 732048 w 4758195"/>
              <a:gd name="connsiteY0" fmla="*/ 0 h 6858000"/>
              <a:gd name="connsiteX1" fmla="*/ 4758195 w 4758195"/>
              <a:gd name="connsiteY1" fmla="*/ 0 h 6858000"/>
              <a:gd name="connsiteX2" fmla="*/ 4758195 w 4758195"/>
              <a:gd name="connsiteY2" fmla="*/ 6858000 h 6858000"/>
              <a:gd name="connsiteX3" fmla="*/ 732048 w 4758195"/>
              <a:gd name="connsiteY3" fmla="*/ 6858000 h 6858000"/>
              <a:gd name="connsiteX4" fmla="*/ 660196 w 4758195"/>
              <a:gd name="connsiteY4" fmla="*/ 6699068 h 6858000"/>
              <a:gd name="connsiteX5" fmla="*/ 0 w 4758195"/>
              <a:gd name="connsiteY5" fmla="*/ 3429000 h 6858000"/>
              <a:gd name="connsiteX6" fmla="*/ 660196 w 4758195"/>
              <a:gd name="connsiteY6" fmla="*/ 15893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195" h="6858000">
                <a:moveTo>
                  <a:pt x="732048" y="0"/>
                </a:moveTo>
                <a:lnTo>
                  <a:pt x="4758195" y="0"/>
                </a:lnTo>
                <a:lnTo>
                  <a:pt x="4758195" y="6858000"/>
                </a:lnTo>
                <a:lnTo>
                  <a:pt x="732048" y="6858000"/>
                </a:lnTo>
                <a:lnTo>
                  <a:pt x="660196" y="6699068"/>
                </a:lnTo>
                <a:cubicBezTo>
                  <a:pt x="235080" y="5693980"/>
                  <a:pt x="0" y="4588943"/>
                  <a:pt x="0" y="3429000"/>
                </a:cubicBezTo>
                <a:cubicBezTo>
                  <a:pt x="0" y="2269057"/>
                  <a:pt x="235080" y="1164020"/>
                  <a:pt x="660196" y="158932"/>
                </a:cubicBezTo>
                <a:close/>
              </a:path>
            </a:pathLst>
          </a:custGeom>
          <a:gradFill flip="none" rotWithShape="1">
            <a:gsLst>
              <a:gs pos="0">
                <a:schemeClr val="bg1">
                  <a:lumMod val="95000"/>
                  <a:alpha val="20000"/>
                </a:schemeClr>
              </a:gs>
              <a:gs pos="100000">
                <a:schemeClr val="accent3">
                  <a:alpha val="10000"/>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Freeform: Shape 3">
            <a:extLst>
              <a:ext uri="{FF2B5EF4-FFF2-40B4-BE49-F238E27FC236}">
                <a16:creationId xmlns:a16="http://schemas.microsoft.com/office/drawing/2014/main" id="{2174F54E-CE89-4301-83C6-4E6739300821}"/>
              </a:ext>
            </a:extLst>
          </p:cNvPr>
          <p:cNvSpPr/>
          <p:nvPr userDrawn="1"/>
        </p:nvSpPr>
        <p:spPr>
          <a:xfrm flipH="1" flipV="1">
            <a:off x="-2" y="-2"/>
            <a:ext cx="5741861" cy="3943351"/>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Rectangle: Rounded Corners 5">
            <a:extLst>
              <a:ext uri="{FF2B5EF4-FFF2-40B4-BE49-F238E27FC236}">
                <a16:creationId xmlns:a16="http://schemas.microsoft.com/office/drawing/2014/main" id="{04521F7C-5BCA-465D-A038-6400C37479DA}"/>
              </a:ext>
            </a:extLst>
          </p:cNvPr>
          <p:cNvSpPr/>
          <p:nvPr userDrawn="1"/>
        </p:nvSpPr>
        <p:spPr>
          <a:xfrm>
            <a:off x="619125" y="990601"/>
            <a:ext cx="10953751" cy="4876800"/>
          </a:xfrm>
          <a:prstGeom prst="roundRect">
            <a:avLst>
              <a:gd name="adj" fmla="val 7899"/>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7" name="Freeform: Shape 6">
            <a:extLst>
              <a:ext uri="{FF2B5EF4-FFF2-40B4-BE49-F238E27FC236}">
                <a16:creationId xmlns:a16="http://schemas.microsoft.com/office/drawing/2014/main" id="{EA8D0231-DC26-4B6B-97B3-9F6AA9FB05D7}"/>
              </a:ext>
            </a:extLst>
          </p:cNvPr>
          <p:cNvSpPr/>
          <p:nvPr userDrawn="1"/>
        </p:nvSpPr>
        <p:spPr>
          <a:xfrm>
            <a:off x="920415" y="1313111"/>
            <a:ext cx="709819" cy="56331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6"/>
          </a:solidFill>
          <a:ln w="9525" cap="flat">
            <a:noFill/>
            <a:prstDash val="solid"/>
            <a:miter/>
          </a:ln>
        </p:spPr>
        <p:txBody>
          <a:bodyPr rtlCol="0" anchor="ctr"/>
          <a:lstStyle/>
          <a:p>
            <a:endParaRPr lang="en-ID"/>
          </a:p>
        </p:txBody>
      </p:sp>
      <p:sp>
        <p:nvSpPr>
          <p:cNvPr id="8" name="Text Placeholder 8">
            <a:extLst>
              <a:ext uri="{FF2B5EF4-FFF2-40B4-BE49-F238E27FC236}">
                <a16:creationId xmlns:a16="http://schemas.microsoft.com/office/drawing/2014/main" id="{150221F4-5AB4-49B6-8DBA-31E0B32E05C9}"/>
              </a:ext>
            </a:extLst>
          </p:cNvPr>
          <p:cNvSpPr>
            <a:spLocks noGrp="1"/>
          </p:cNvSpPr>
          <p:nvPr>
            <p:ph type="body" sz="quarter" idx="11"/>
          </p:nvPr>
        </p:nvSpPr>
        <p:spPr>
          <a:xfrm>
            <a:off x="920415" y="2198933"/>
            <a:ext cx="10325435" cy="2616198"/>
          </a:xfrm>
          <a:prstGeom prst="rect">
            <a:avLst/>
          </a:prstGeom>
        </p:spPr>
        <p:txBody>
          <a:bodyPr/>
          <a:lstStyle>
            <a:lvl1pPr marL="0" indent="0">
              <a:lnSpc>
                <a:spcPct val="150000"/>
              </a:lnSpc>
              <a:buNone/>
              <a:defRPr sz="3200" b="1">
                <a:solidFill>
                  <a:schemeClr val="bg1"/>
                </a:solidFill>
              </a:defRPr>
            </a:lvl1pPr>
          </a:lstStyle>
          <a:p>
            <a:pPr lvl="0"/>
            <a:r>
              <a:rPr lang="en-US"/>
              <a:t>Edit Master text</a:t>
            </a:r>
          </a:p>
        </p:txBody>
      </p:sp>
      <p:sp>
        <p:nvSpPr>
          <p:cNvPr id="9" name="Freeform: Shape 8">
            <a:extLst>
              <a:ext uri="{FF2B5EF4-FFF2-40B4-BE49-F238E27FC236}">
                <a16:creationId xmlns:a16="http://schemas.microsoft.com/office/drawing/2014/main" id="{CD88EE27-6B60-4DDF-988B-351EEC6437F4}"/>
              </a:ext>
            </a:extLst>
          </p:cNvPr>
          <p:cNvSpPr/>
          <p:nvPr userDrawn="1"/>
        </p:nvSpPr>
        <p:spPr>
          <a:xfrm flipH="1" flipV="1">
            <a:off x="10536031" y="5059610"/>
            <a:ext cx="709819" cy="56331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6"/>
          </a:solidFill>
          <a:ln w="9525" cap="flat">
            <a:noFill/>
            <a:prstDash val="solid"/>
            <a:miter/>
          </a:ln>
        </p:spPr>
        <p:txBody>
          <a:bodyPr rtlCol="0" anchor="ctr"/>
          <a:lstStyle/>
          <a:p>
            <a:endParaRPr lang="en-ID"/>
          </a:p>
        </p:txBody>
      </p:sp>
      <p:sp>
        <p:nvSpPr>
          <p:cNvPr id="11" name="Oval 10">
            <a:extLst>
              <a:ext uri="{FF2B5EF4-FFF2-40B4-BE49-F238E27FC236}">
                <a16:creationId xmlns:a16="http://schemas.microsoft.com/office/drawing/2014/main" id="{A7BCAFE3-24A7-4FCA-A548-7ADF209AF290}"/>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11118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E35BC8CC-E5A6-4A4A-AC2E-68551564613A}"/>
              </a:ext>
            </a:extLst>
          </p:cNvPr>
          <p:cNvSpPr/>
          <p:nvPr userDrawn="1"/>
        </p:nvSpPr>
        <p:spPr>
          <a:xfrm flipV="1">
            <a:off x="8239271" y="0"/>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5" name="Rectangle: Rounded Corners 4">
            <a:extLst>
              <a:ext uri="{FF2B5EF4-FFF2-40B4-BE49-F238E27FC236}">
                <a16:creationId xmlns:a16="http://schemas.microsoft.com/office/drawing/2014/main" id="{B1A2F0EA-C139-483E-88CD-4A132335D756}"/>
              </a:ext>
            </a:extLst>
          </p:cNvPr>
          <p:cNvSpPr/>
          <p:nvPr userDrawn="1"/>
        </p:nvSpPr>
        <p:spPr>
          <a:xfrm>
            <a:off x="5200650" y="3533775"/>
            <a:ext cx="6381750" cy="2581276"/>
          </a:xfrm>
          <a:prstGeom prst="roundRect">
            <a:avLst>
              <a:gd name="adj" fmla="val 9972"/>
            </a:avLst>
          </a:prstGeom>
          <a:solidFill>
            <a:schemeClr val="accent4"/>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7" name="Rectangle: Rounded Corners 6">
            <a:extLst>
              <a:ext uri="{FF2B5EF4-FFF2-40B4-BE49-F238E27FC236}">
                <a16:creationId xmlns:a16="http://schemas.microsoft.com/office/drawing/2014/main" id="{FEDCB37F-EAF4-46FA-908F-519A52EE96B2}"/>
              </a:ext>
            </a:extLst>
          </p:cNvPr>
          <p:cNvSpPr/>
          <p:nvPr userDrawn="1"/>
        </p:nvSpPr>
        <p:spPr>
          <a:xfrm>
            <a:off x="5200650" y="742949"/>
            <a:ext cx="6381750" cy="2581276"/>
          </a:xfrm>
          <a:prstGeom prst="roundRect">
            <a:avLst>
              <a:gd name="adj" fmla="val 9972"/>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Picture Placeholder 5">
            <a:extLst>
              <a:ext uri="{FF2B5EF4-FFF2-40B4-BE49-F238E27FC236}">
                <a16:creationId xmlns:a16="http://schemas.microsoft.com/office/drawing/2014/main" id="{8C2A6CE3-F203-4675-93AC-240B1E008B3E}"/>
              </a:ext>
            </a:extLst>
          </p:cNvPr>
          <p:cNvSpPr>
            <a:spLocks noGrp="1"/>
          </p:cNvSpPr>
          <p:nvPr>
            <p:ph type="pic" sz="quarter" idx="10"/>
          </p:nvPr>
        </p:nvSpPr>
        <p:spPr>
          <a:xfrm>
            <a:off x="5308600" y="869156"/>
            <a:ext cx="1879600" cy="2350293"/>
          </a:xfrm>
          <a:prstGeom prst="roundRect">
            <a:avLst>
              <a:gd name="adj" fmla="val 13441"/>
            </a:avLst>
          </a:prstGeom>
          <a:pattFill prst="ltUpDiag">
            <a:fgClr>
              <a:schemeClr val="accent1"/>
            </a:fgClr>
            <a:bgClr>
              <a:schemeClr val="bg1"/>
            </a:bgClr>
          </a:pattFill>
        </p:spPr>
        <p:txBody>
          <a:bodyPr wrap="square">
            <a:noAutofit/>
          </a:bodyPr>
          <a:lstStyle>
            <a:lvl1pPr>
              <a:defRPr sz="1200"/>
            </a:lvl1pPr>
          </a:lstStyle>
          <a:p>
            <a:endParaRPr lang="en-ID"/>
          </a:p>
        </p:txBody>
      </p:sp>
      <p:sp>
        <p:nvSpPr>
          <p:cNvPr id="4" name="Oval 3">
            <a:extLst>
              <a:ext uri="{FF2B5EF4-FFF2-40B4-BE49-F238E27FC236}">
                <a16:creationId xmlns:a16="http://schemas.microsoft.com/office/drawing/2014/main" id="{C989561F-6098-42DA-832F-01EDA7A187BD}"/>
              </a:ext>
            </a:extLst>
          </p:cNvPr>
          <p:cNvSpPr/>
          <p:nvPr userDrawn="1"/>
        </p:nvSpPr>
        <p:spPr>
          <a:xfrm>
            <a:off x="-962025" y="-357187"/>
            <a:ext cx="7572375" cy="7572375"/>
          </a:xfrm>
          <a:prstGeom prst="ellipse">
            <a:avLst/>
          </a:prstGeom>
          <a:gradFill flip="none" rotWithShape="1">
            <a:gsLst>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11" name="Text Placeholder 10">
            <a:extLst>
              <a:ext uri="{FF2B5EF4-FFF2-40B4-BE49-F238E27FC236}">
                <a16:creationId xmlns:a16="http://schemas.microsoft.com/office/drawing/2014/main" id="{DD051712-A749-4AF0-AA0C-D320B5E6C4AA}"/>
              </a:ext>
            </a:extLst>
          </p:cNvPr>
          <p:cNvSpPr>
            <a:spLocks noGrp="1"/>
          </p:cNvSpPr>
          <p:nvPr>
            <p:ph type="body" sz="quarter" idx="13"/>
          </p:nvPr>
        </p:nvSpPr>
        <p:spPr>
          <a:xfrm>
            <a:off x="7410450" y="869156"/>
            <a:ext cx="3956050" cy="2350293"/>
          </a:xfrm>
          <a:prstGeom prst="rect">
            <a:avLst/>
          </a:prstGeom>
        </p:spPr>
        <p:txBody>
          <a:bodyPr/>
          <a:lstStyle>
            <a:lvl1pPr marL="0" indent="0">
              <a:lnSpc>
                <a:spcPct val="150000"/>
              </a:lnSpc>
              <a:buClr>
                <a:schemeClr val="accent3"/>
              </a:buClr>
              <a:buFont typeface="Wingdings" panose="05000000000000000000" pitchFamily="2" charset="2"/>
              <a:buNone/>
              <a:defRPr sz="2000" b="1">
                <a:solidFill>
                  <a:schemeClr val="bg1"/>
                </a:solidFill>
              </a:defRPr>
            </a:lvl1pPr>
          </a:lstStyle>
          <a:p>
            <a:pPr lvl="0"/>
            <a:r>
              <a:rPr lang="en-US"/>
              <a:t>Edit Master text styles</a:t>
            </a:r>
          </a:p>
        </p:txBody>
      </p:sp>
      <p:sp>
        <p:nvSpPr>
          <p:cNvPr id="12" name="Picture Placeholder 5">
            <a:extLst>
              <a:ext uri="{FF2B5EF4-FFF2-40B4-BE49-F238E27FC236}">
                <a16:creationId xmlns:a16="http://schemas.microsoft.com/office/drawing/2014/main" id="{F80C4DC3-7DE7-496A-975C-2DC249926139}"/>
              </a:ext>
            </a:extLst>
          </p:cNvPr>
          <p:cNvSpPr>
            <a:spLocks noGrp="1"/>
          </p:cNvSpPr>
          <p:nvPr>
            <p:ph type="pic" sz="quarter" idx="14"/>
          </p:nvPr>
        </p:nvSpPr>
        <p:spPr>
          <a:xfrm>
            <a:off x="5308600" y="3649266"/>
            <a:ext cx="1879600" cy="2350293"/>
          </a:xfrm>
          <a:prstGeom prst="roundRect">
            <a:avLst>
              <a:gd name="adj" fmla="val 13441"/>
            </a:avLst>
          </a:prstGeom>
          <a:pattFill prst="ltUpDiag">
            <a:fgClr>
              <a:schemeClr val="accent1"/>
            </a:fgClr>
            <a:bgClr>
              <a:schemeClr val="bg1"/>
            </a:bgClr>
          </a:pattFill>
        </p:spPr>
        <p:txBody>
          <a:bodyPr wrap="square">
            <a:noAutofit/>
          </a:bodyPr>
          <a:lstStyle>
            <a:lvl1pPr>
              <a:defRPr sz="1200"/>
            </a:lvl1pPr>
          </a:lstStyle>
          <a:p>
            <a:endParaRPr lang="en-ID"/>
          </a:p>
        </p:txBody>
      </p:sp>
      <p:sp>
        <p:nvSpPr>
          <p:cNvPr id="13" name="Text Placeholder 10">
            <a:extLst>
              <a:ext uri="{FF2B5EF4-FFF2-40B4-BE49-F238E27FC236}">
                <a16:creationId xmlns:a16="http://schemas.microsoft.com/office/drawing/2014/main" id="{4CAF9E97-B1E6-457E-AA94-69820F1FA00D}"/>
              </a:ext>
            </a:extLst>
          </p:cNvPr>
          <p:cNvSpPr>
            <a:spLocks noGrp="1"/>
          </p:cNvSpPr>
          <p:nvPr>
            <p:ph type="body" sz="quarter" idx="15"/>
          </p:nvPr>
        </p:nvSpPr>
        <p:spPr>
          <a:xfrm>
            <a:off x="7407275" y="3649266"/>
            <a:ext cx="3956050" cy="2350293"/>
          </a:xfrm>
          <a:prstGeom prst="rect">
            <a:avLst/>
          </a:prstGeom>
        </p:spPr>
        <p:txBody>
          <a:bodyPr/>
          <a:lstStyle>
            <a:lvl1pPr marL="0" indent="0">
              <a:lnSpc>
                <a:spcPct val="150000"/>
              </a:lnSpc>
              <a:buClr>
                <a:schemeClr val="accent3"/>
              </a:buClr>
              <a:buFont typeface="Wingdings" panose="05000000000000000000" pitchFamily="2" charset="2"/>
              <a:buNone/>
              <a:defRPr sz="2000" b="1">
                <a:solidFill>
                  <a:schemeClr val="bg1"/>
                </a:solidFill>
              </a:defRPr>
            </a:lvl1pPr>
          </a:lstStyle>
          <a:p>
            <a:pPr lvl="0"/>
            <a:r>
              <a:rPr lang="en-US"/>
              <a:t>Edit Master text styles</a:t>
            </a:r>
          </a:p>
        </p:txBody>
      </p:sp>
      <p:sp>
        <p:nvSpPr>
          <p:cNvPr id="14" name="Text Placeholder 8">
            <a:extLst>
              <a:ext uri="{FF2B5EF4-FFF2-40B4-BE49-F238E27FC236}">
                <a16:creationId xmlns:a16="http://schemas.microsoft.com/office/drawing/2014/main" id="{36FF7735-404A-4DD9-A2B3-30D26B0CE80A}"/>
              </a:ext>
            </a:extLst>
          </p:cNvPr>
          <p:cNvSpPr>
            <a:spLocks noGrp="1"/>
          </p:cNvSpPr>
          <p:nvPr>
            <p:ph type="body" sz="quarter" idx="11"/>
          </p:nvPr>
        </p:nvSpPr>
        <p:spPr>
          <a:xfrm>
            <a:off x="368300" y="869156"/>
            <a:ext cx="4546600"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15" name="Text Placeholder 10">
            <a:extLst>
              <a:ext uri="{FF2B5EF4-FFF2-40B4-BE49-F238E27FC236}">
                <a16:creationId xmlns:a16="http://schemas.microsoft.com/office/drawing/2014/main" id="{48272FCE-EB62-42BE-A724-93E98A7BBC12}"/>
              </a:ext>
            </a:extLst>
          </p:cNvPr>
          <p:cNvSpPr>
            <a:spLocks noGrp="1"/>
          </p:cNvSpPr>
          <p:nvPr>
            <p:ph type="body" sz="quarter" idx="12"/>
          </p:nvPr>
        </p:nvSpPr>
        <p:spPr>
          <a:xfrm>
            <a:off x="368300" y="1607087"/>
            <a:ext cx="4546600" cy="4507964"/>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pic>
        <p:nvPicPr>
          <p:cNvPr id="16" name="Picture 15">
            <a:extLst>
              <a:ext uri="{FF2B5EF4-FFF2-40B4-BE49-F238E27FC236}">
                <a16:creationId xmlns:a16="http://schemas.microsoft.com/office/drawing/2014/main" id="{E3F63F5B-60DC-497B-A633-68B034FD048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7" name="Oval 16">
            <a:extLst>
              <a:ext uri="{FF2B5EF4-FFF2-40B4-BE49-F238E27FC236}">
                <a16:creationId xmlns:a16="http://schemas.microsoft.com/office/drawing/2014/main" id="{63432500-28FE-4242-9F5A-19B1FD22BE3A}"/>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126659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BFBBD65-393D-46B8-A136-A9A1B07D0101}"/>
              </a:ext>
            </a:extLst>
          </p:cNvPr>
          <p:cNvSpPr>
            <a:spLocks noGrp="1"/>
          </p:cNvSpPr>
          <p:nvPr>
            <p:ph type="pic" sz="quarter" idx="10"/>
          </p:nvPr>
        </p:nvSpPr>
        <p:spPr>
          <a:xfrm>
            <a:off x="628650" y="647700"/>
            <a:ext cx="4591050" cy="6210300"/>
          </a:xfrm>
          <a:custGeom>
            <a:avLst/>
            <a:gdLst>
              <a:gd name="connsiteX0" fmla="*/ 460390 w 4591050"/>
              <a:gd name="connsiteY0" fmla="*/ 0 h 6210300"/>
              <a:gd name="connsiteX1" fmla="*/ 4130660 w 4591050"/>
              <a:gd name="connsiteY1" fmla="*/ 0 h 6210300"/>
              <a:gd name="connsiteX2" fmla="*/ 4591050 w 4591050"/>
              <a:gd name="connsiteY2" fmla="*/ 460390 h 6210300"/>
              <a:gd name="connsiteX3" fmla="*/ 4591050 w 4591050"/>
              <a:gd name="connsiteY3" fmla="*/ 6210300 h 6210300"/>
              <a:gd name="connsiteX4" fmla="*/ 0 w 4591050"/>
              <a:gd name="connsiteY4" fmla="*/ 6210300 h 6210300"/>
              <a:gd name="connsiteX5" fmla="*/ 0 w 4591050"/>
              <a:gd name="connsiteY5" fmla="*/ 460390 h 6210300"/>
              <a:gd name="connsiteX6" fmla="*/ 460390 w 4591050"/>
              <a:gd name="connsiteY6" fmla="*/ 0 h 621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1050" h="6210300">
                <a:moveTo>
                  <a:pt x="460390" y="0"/>
                </a:moveTo>
                <a:lnTo>
                  <a:pt x="4130660" y="0"/>
                </a:lnTo>
                <a:cubicBezTo>
                  <a:pt x="4384926" y="0"/>
                  <a:pt x="4591050" y="206124"/>
                  <a:pt x="4591050" y="460390"/>
                </a:cubicBezTo>
                <a:lnTo>
                  <a:pt x="4591050" y="6210300"/>
                </a:lnTo>
                <a:lnTo>
                  <a:pt x="0" y="6210300"/>
                </a:lnTo>
                <a:lnTo>
                  <a:pt x="0" y="460390"/>
                </a:lnTo>
                <a:cubicBezTo>
                  <a:pt x="0" y="206124"/>
                  <a:pt x="206124" y="0"/>
                  <a:pt x="460390" y="0"/>
                </a:cubicBezTo>
                <a:close/>
              </a:path>
            </a:pathLst>
          </a:custGeom>
          <a:pattFill prst="ltUpDiag">
            <a:fgClr>
              <a:schemeClr val="accent1"/>
            </a:fgClr>
            <a:bgClr>
              <a:schemeClr val="bg1"/>
            </a:bgClr>
          </a:pattFill>
        </p:spPr>
        <p:txBody>
          <a:bodyPr wrap="square">
            <a:noAutofit/>
          </a:bodyPr>
          <a:lstStyle>
            <a:lvl1pPr>
              <a:defRPr sz="1600"/>
            </a:lvl1pPr>
          </a:lstStyle>
          <a:p>
            <a:endParaRPr lang="en-ID"/>
          </a:p>
        </p:txBody>
      </p:sp>
      <p:sp>
        <p:nvSpPr>
          <p:cNvPr id="3" name="Freeform: Shape 2">
            <a:extLst>
              <a:ext uri="{FF2B5EF4-FFF2-40B4-BE49-F238E27FC236}">
                <a16:creationId xmlns:a16="http://schemas.microsoft.com/office/drawing/2014/main" id="{5732370E-9F9A-4F0A-A246-268D6EF7AADE}"/>
              </a:ext>
            </a:extLst>
          </p:cNvPr>
          <p:cNvSpPr/>
          <p:nvPr userDrawn="1"/>
        </p:nvSpPr>
        <p:spPr>
          <a:xfrm flipV="1">
            <a:off x="8239271" y="0"/>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Text Placeholder 8">
            <a:extLst>
              <a:ext uri="{FF2B5EF4-FFF2-40B4-BE49-F238E27FC236}">
                <a16:creationId xmlns:a16="http://schemas.microsoft.com/office/drawing/2014/main" id="{70F1C4AD-5633-4EF7-A445-5EC616DDED84}"/>
              </a:ext>
            </a:extLst>
          </p:cNvPr>
          <p:cNvSpPr>
            <a:spLocks noGrp="1"/>
          </p:cNvSpPr>
          <p:nvPr>
            <p:ph type="body" sz="quarter" idx="11"/>
          </p:nvPr>
        </p:nvSpPr>
        <p:spPr>
          <a:xfrm>
            <a:off x="5588000" y="647700"/>
            <a:ext cx="6350000"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6" name="Text Placeholder 10">
            <a:extLst>
              <a:ext uri="{FF2B5EF4-FFF2-40B4-BE49-F238E27FC236}">
                <a16:creationId xmlns:a16="http://schemas.microsoft.com/office/drawing/2014/main" id="{A29BDA38-A3E2-4A34-8B20-2A01119254C7}"/>
              </a:ext>
            </a:extLst>
          </p:cNvPr>
          <p:cNvSpPr>
            <a:spLocks noGrp="1"/>
          </p:cNvSpPr>
          <p:nvPr>
            <p:ph type="body" sz="quarter" idx="12"/>
          </p:nvPr>
        </p:nvSpPr>
        <p:spPr>
          <a:xfrm>
            <a:off x="5588000" y="1385631"/>
            <a:ext cx="6350000" cy="1435099"/>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sp>
        <p:nvSpPr>
          <p:cNvPr id="8" name="Text Placeholder 10">
            <a:extLst>
              <a:ext uri="{FF2B5EF4-FFF2-40B4-BE49-F238E27FC236}">
                <a16:creationId xmlns:a16="http://schemas.microsoft.com/office/drawing/2014/main" id="{170C943A-7D47-42B0-9612-1E8233280E45}"/>
              </a:ext>
            </a:extLst>
          </p:cNvPr>
          <p:cNvSpPr>
            <a:spLocks noGrp="1"/>
          </p:cNvSpPr>
          <p:nvPr>
            <p:ph type="body" sz="quarter" idx="13"/>
          </p:nvPr>
        </p:nvSpPr>
        <p:spPr>
          <a:xfrm>
            <a:off x="5588000" y="4989770"/>
            <a:ext cx="6350000" cy="1620580"/>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pic>
        <p:nvPicPr>
          <p:cNvPr id="9" name="Picture 8">
            <a:extLst>
              <a:ext uri="{FF2B5EF4-FFF2-40B4-BE49-F238E27FC236}">
                <a16:creationId xmlns:a16="http://schemas.microsoft.com/office/drawing/2014/main" id="{C1D48363-6986-4FF4-B6B0-B67719C65A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0" name="Oval 9">
            <a:extLst>
              <a:ext uri="{FF2B5EF4-FFF2-40B4-BE49-F238E27FC236}">
                <a16:creationId xmlns:a16="http://schemas.microsoft.com/office/drawing/2014/main" id="{93C468AC-43DD-4833-B768-F99EA8B36974}"/>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2995627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488E9F9-56A0-E74B-9198-293A994EC7CC}"/>
              </a:ext>
            </a:extLst>
          </p:cNvPr>
          <p:cNvSpPr>
            <a:spLocks noGrp="1"/>
          </p:cNvSpPr>
          <p:nvPr>
            <p:ph type="pic" sz="quarter" idx="10"/>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pattFill prst="ltUpDiag">
            <a:fgClr>
              <a:schemeClr val="bg1">
                <a:lumMod val="75000"/>
              </a:schemeClr>
            </a:fgClr>
            <a:bgClr>
              <a:schemeClr val="bg1"/>
            </a:bgClr>
          </a:pattFill>
        </p:spPr>
        <p:txBody>
          <a:bodyPr wrap="square">
            <a:noAutofit/>
          </a:bodyPr>
          <a:lstStyle>
            <a:lvl1pPr>
              <a:defRPr sz="1600"/>
            </a:lvl1pPr>
          </a:lstStyle>
          <a:p>
            <a:endParaRPr lang="en-ID"/>
          </a:p>
        </p:txBody>
      </p:sp>
      <p:sp>
        <p:nvSpPr>
          <p:cNvPr id="3" name="Freeform: Shape 2">
            <a:extLst>
              <a:ext uri="{FF2B5EF4-FFF2-40B4-BE49-F238E27FC236}">
                <a16:creationId xmlns:a16="http://schemas.microsoft.com/office/drawing/2014/main" id="{1BDCA264-1DB8-493E-B363-5E3223445286}"/>
              </a:ext>
            </a:extLst>
          </p:cNvPr>
          <p:cNvSpPr/>
          <p:nvPr userDrawn="1"/>
        </p:nvSpPr>
        <p:spPr>
          <a:xfrm flipH="1">
            <a:off x="0" y="4143375"/>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Text Placeholder 8">
            <a:extLst>
              <a:ext uri="{FF2B5EF4-FFF2-40B4-BE49-F238E27FC236}">
                <a16:creationId xmlns:a16="http://schemas.microsoft.com/office/drawing/2014/main" id="{3465631F-391D-4880-99F2-AD4D775D15B3}"/>
              </a:ext>
            </a:extLst>
          </p:cNvPr>
          <p:cNvSpPr>
            <a:spLocks noGrp="1"/>
          </p:cNvSpPr>
          <p:nvPr>
            <p:ph type="body" sz="quarter" idx="11"/>
          </p:nvPr>
        </p:nvSpPr>
        <p:spPr>
          <a:xfrm>
            <a:off x="342898" y="3753887"/>
            <a:ext cx="5638801" cy="772075"/>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6" name="Text Placeholder 10">
            <a:extLst>
              <a:ext uri="{FF2B5EF4-FFF2-40B4-BE49-F238E27FC236}">
                <a16:creationId xmlns:a16="http://schemas.microsoft.com/office/drawing/2014/main" id="{DAFD7F05-5647-40FE-B18F-697E0D1D086F}"/>
              </a:ext>
            </a:extLst>
          </p:cNvPr>
          <p:cNvSpPr>
            <a:spLocks noGrp="1"/>
          </p:cNvSpPr>
          <p:nvPr>
            <p:ph type="body" sz="quarter" idx="12"/>
          </p:nvPr>
        </p:nvSpPr>
        <p:spPr>
          <a:xfrm>
            <a:off x="342899" y="4635500"/>
            <a:ext cx="5638801" cy="1993900"/>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pic>
        <p:nvPicPr>
          <p:cNvPr id="7" name="Picture 6">
            <a:extLst>
              <a:ext uri="{FF2B5EF4-FFF2-40B4-BE49-F238E27FC236}">
                <a16:creationId xmlns:a16="http://schemas.microsoft.com/office/drawing/2014/main" id="{9FA6C815-21BD-4613-971B-340DFF60C6A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Tree>
    <p:extLst>
      <p:ext uri="{BB962C8B-B14F-4D97-AF65-F5344CB8AC3E}">
        <p14:creationId xmlns:p14="http://schemas.microsoft.com/office/powerpoint/2010/main" val="129578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2338D766-475D-4770-940D-C85E98CD7654}"/>
              </a:ext>
            </a:extLst>
          </p:cNvPr>
          <p:cNvSpPr/>
          <p:nvPr userDrawn="1"/>
        </p:nvSpPr>
        <p:spPr>
          <a:xfrm>
            <a:off x="6999745" y="676275"/>
            <a:ext cx="4601705" cy="1673034"/>
          </a:xfrm>
          <a:prstGeom prst="round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en-ID">
              <a:solidFill>
                <a:schemeClr val="tx1"/>
              </a:solidFill>
            </a:endParaRPr>
          </a:p>
        </p:txBody>
      </p:sp>
      <p:sp>
        <p:nvSpPr>
          <p:cNvPr id="6" name="Rectangle: Rounded Corners 5">
            <a:extLst>
              <a:ext uri="{FF2B5EF4-FFF2-40B4-BE49-F238E27FC236}">
                <a16:creationId xmlns:a16="http://schemas.microsoft.com/office/drawing/2014/main" id="{8817C12C-7AE3-4984-8049-838FBDDFB75E}"/>
              </a:ext>
            </a:extLst>
          </p:cNvPr>
          <p:cNvSpPr/>
          <p:nvPr userDrawn="1"/>
        </p:nvSpPr>
        <p:spPr>
          <a:xfrm>
            <a:off x="6999745" y="2592483"/>
            <a:ext cx="4601705" cy="1673034"/>
          </a:xfrm>
          <a:prstGeom prst="roundRect">
            <a:avLst/>
          </a:prstGeom>
          <a:solidFill>
            <a:schemeClr val="accent5"/>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en-ID">
              <a:solidFill>
                <a:schemeClr val="tx1"/>
              </a:solidFill>
            </a:endParaRPr>
          </a:p>
        </p:txBody>
      </p:sp>
      <p:sp>
        <p:nvSpPr>
          <p:cNvPr id="8" name="Rectangle: Rounded Corners 7">
            <a:extLst>
              <a:ext uri="{FF2B5EF4-FFF2-40B4-BE49-F238E27FC236}">
                <a16:creationId xmlns:a16="http://schemas.microsoft.com/office/drawing/2014/main" id="{3384EA84-F2D8-48B5-A03F-355AA670E895}"/>
              </a:ext>
            </a:extLst>
          </p:cNvPr>
          <p:cNvSpPr/>
          <p:nvPr userDrawn="1"/>
        </p:nvSpPr>
        <p:spPr>
          <a:xfrm>
            <a:off x="6999745" y="4508691"/>
            <a:ext cx="4601705" cy="1673034"/>
          </a:xfrm>
          <a:prstGeom prst="roundRect">
            <a:avLst/>
          </a:prstGeom>
          <a:solidFill>
            <a:schemeClr val="accent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en-ID">
              <a:solidFill>
                <a:schemeClr val="tx1"/>
              </a:solidFill>
            </a:endParaRPr>
          </a:p>
        </p:txBody>
      </p:sp>
      <p:sp>
        <p:nvSpPr>
          <p:cNvPr id="9" name="Freeform: Shape 8">
            <a:extLst>
              <a:ext uri="{FF2B5EF4-FFF2-40B4-BE49-F238E27FC236}">
                <a16:creationId xmlns:a16="http://schemas.microsoft.com/office/drawing/2014/main" id="{948E12FD-8878-4B50-A49C-1F4848B4CBC2}"/>
              </a:ext>
            </a:extLst>
          </p:cNvPr>
          <p:cNvSpPr/>
          <p:nvPr userDrawn="1"/>
        </p:nvSpPr>
        <p:spPr>
          <a:xfrm flipH="1" flipV="1">
            <a:off x="0" y="0"/>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11" name="Text Placeholder 8">
            <a:extLst>
              <a:ext uri="{FF2B5EF4-FFF2-40B4-BE49-F238E27FC236}">
                <a16:creationId xmlns:a16="http://schemas.microsoft.com/office/drawing/2014/main" id="{2F8BD2A2-1488-48D5-8FE0-489DBCEC56F1}"/>
              </a:ext>
            </a:extLst>
          </p:cNvPr>
          <p:cNvSpPr>
            <a:spLocks noGrp="1"/>
          </p:cNvSpPr>
          <p:nvPr>
            <p:ph type="body" sz="quarter" idx="11"/>
          </p:nvPr>
        </p:nvSpPr>
        <p:spPr>
          <a:xfrm>
            <a:off x="253999" y="676275"/>
            <a:ext cx="6134101" cy="772075"/>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12" name="Text Placeholder 10">
            <a:extLst>
              <a:ext uri="{FF2B5EF4-FFF2-40B4-BE49-F238E27FC236}">
                <a16:creationId xmlns:a16="http://schemas.microsoft.com/office/drawing/2014/main" id="{6DA5D3F6-3047-42C5-86F5-BC5B322BDD4C}"/>
              </a:ext>
            </a:extLst>
          </p:cNvPr>
          <p:cNvSpPr>
            <a:spLocks noGrp="1"/>
          </p:cNvSpPr>
          <p:nvPr>
            <p:ph type="body" sz="quarter" idx="12"/>
          </p:nvPr>
        </p:nvSpPr>
        <p:spPr>
          <a:xfrm>
            <a:off x="253999" y="1593851"/>
            <a:ext cx="6134101" cy="4502149"/>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sp>
        <p:nvSpPr>
          <p:cNvPr id="14" name="Text Placeholder 10">
            <a:extLst>
              <a:ext uri="{FF2B5EF4-FFF2-40B4-BE49-F238E27FC236}">
                <a16:creationId xmlns:a16="http://schemas.microsoft.com/office/drawing/2014/main" id="{2F70A049-BD48-42E1-B24E-430553349179}"/>
              </a:ext>
            </a:extLst>
          </p:cNvPr>
          <p:cNvSpPr>
            <a:spLocks noGrp="1"/>
          </p:cNvSpPr>
          <p:nvPr>
            <p:ph type="body" sz="quarter" idx="13"/>
          </p:nvPr>
        </p:nvSpPr>
        <p:spPr>
          <a:xfrm>
            <a:off x="7188199" y="865835"/>
            <a:ext cx="4191001" cy="1343965"/>
          </a:xfrm>
          <a:prstGeom prst="rect">
            <a:avLst/>
          </a:prstGeom>
        </p:spPr>
        <p:txBody>
          <a:bodyPr/>
          <a:lstStyle>
            <a:lvl1pPr marL="228600" indent="-228600">
              <a:lnSpc>
                <a:spcPct val="150000"/>
              </a:lnSpc>
              <a:buClr>
                <a:schemeClr val="bg1"/>
              </a:buClr>
              <a:buFont typeface="Wingdings" panose="05000000000000000000" pitchFamily="2" charset="2"/>
              <a:buChar char="§"/>
              <a:defRPr sz="1600">
                <a:solidFill>
                  <a:schemeClr val="bg1"/>
                </a:solidFill>
              </a:defRPr>
            </a:lvl1pPr>
          </a:lstStyle>
          <a:p>
            <a:pPr lvl="0"/>
            <a:r>
              <a:rPr lang="en-US"/>
              <a:t>Edit Master text styles</a:t>
            </a:r>
          </a:p>
        </p:txBody>
      </p:sp>
      <p:sp>
        <p:nvSpPr>
          <p:cNvPr id="15" name="Text Placeholder 10">
            <a:extLst>
              <a:ext uri="{FF2B5EF4-FFF2-40B4-BE49-F238E27FC236}">
                <a16:creationId xmlns:a16="http://schemas.microsoft.com/office/drawing/2014/main" id="{D1FD872B-86D2-4774-8270-7A1410FE6F9D}"/>
              </a:ext>
            </a:extLst>
          </p:cNvPr>
          <p:cNvSpPr>
            <a:spLocks noGrp="1"/>
          </p:cNvSpPr>
          <p:nvPr>
            <p:ph type="body" sz="quarter" idx="14"/>
          </p:nvPr>
        </p:nvSpPr>
        <p:spPr>
          <a:xfrm>
            <a:off x="7188198" y="2757017"/>
            <a:ext cx="4191001" cy="1343965"/>
          </a:xfrm>
          <a:prstGeom prst="rect">
            <a:avLst/>
          </a:prstGeom>
        </p:spPr>
        <p:txBody>
          <a:bodyPr/>
          <a:lstStyle>
            <a:lvl1pPr marL="228600" indent="-228600">
              <a:lnSpc>
                <a:spcPct val="150000"/>
              </a:lnSpc>
              <a:buClr>
                <a:schemeClr val="bg1"/>
              </a:buClr>
              <a:buFont typeface="Wingdings" panose="05000000000000000000" pitchFamily="2" charset="2"/>
              <a:buChar char="§"/>
              <a:defRPr sz="1600">
                <a:solidFill>
                  <a:schemeClr val="bg1"/>
                </a:solidFill>
              </a:defRPr>
            </a:lvl1pPr>
          </a:lstStyle>
          <a:p>
            <a:pPr lvl="0"/>
            <a:r>
              <a:rPr lang="en-US"/>
              <a:t>Edit Master text styles</a:t>
            </a:r>
          </a:p>
        </p:txBody>
      </p:sp>
      <p:sp>
        <p:nvSpPr>
          <p:cNvPr id="16" name="Text Placeholder 10">
            <a:extLst>
              <a:ext uri="{FF2B5EF4-FFF2-40B4-BE49-F238E27FC236}">
                <a16:creationId xmlns:a16="http://schemas.microsoft.com/office/drawing/2014/main" id="{6A06153E-AC24-4A24-B3CA-D09B775D5024}"/>
              </a:ext>
            </a:extLst>
          </p:cNvPr>
          <p:cNvSpPr>
            <a:spLocks noGrp="1"/>
          </p:cNvSpPr>
          <p:nvPr>
            <p:ph type="body" sz="quarter" idx="15"/>
          </p:nvPr>
        </p:nvSpPr>
        <p:spPr>
          <a:xfrm>
            <a:off x="7188198" y="4673225"/>
            <a:ext cx="4191001" cy="1343965"/>
          </a:xfrm>
          <a:prstGeom prst="rect">
            <a:avLst/>
          </a:prstGeom>
        </p:spPr>
        <p:txBody>
          <a:bodyPr/>
          <a:lstStyle>
            <a:lvl1pPr marL="228600" indent="-228600">
              <a:lnSpc>
                <a:spcPct val="150000"/>
              </a:lnSpc>
              <a:buClr>
                <a:schemeClr val="bg1"/>
              </a:buClr>
              <a:buFont typeface="Wingdings" panose="05000000000000000000" pitchFamily="2" charset="2"/>
              <a:buChar char="§"/>
              <a:defRPr sz="1600">
                <a:solidFill>
                  <a:schemeClr val="bg1"/>
                </a:solidFill>
              </a:defRPr>
            </a:lvl1pPr>
          </a:lstStyle>
          <a:p>
            <a:pPr lvl="0"/>
            <a:r>
              <a:rPr lang="en-US"/>
              <a:t>Edit Master text styles</a:t>
            </a:r>
          </a:p>
        </p:txBody>
      </p:sp>
      <p:pic>
        <p:nvPicPr>
          <p:cNvPr id="17" name="Picture 16">
            <a:extLst>
              <a:ext uri="{FF2B5EF4-FFF2-40B4-BE49-F238E27FC236}">
                <a16:creationId xmlns:a16="http://schemas.microsoft.com/office/drawing/2014/main" id="{B21DBCEE-A092-4096-AA86-241B2DAC90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8" name="Oval 17">
            <a:extLst>
              <a:ext uri="{FF2B5EF4-FFF2-40B4-BE49-F238E27FC236}">
                <a16:creationId xmlns:a16="http://schemas.microsoft.com/office/drawing/2014/main" id="{EB85916D-D9B7-43B2-984C-99E7723F3347}"/>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153231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D1DF905-6262-4749-8263-F592D6818564}"/>
              </a:ext>
            </a:extLst>
          </p:cNvPr>
          <p:cNvSpPr/>
          <p:nvPr userDrawn="1"/>
        </p:nvSpPr>
        <p:spPr>
          <a:xfrm>
            <a:off x="598945" y="695324"/>
            <a:ext cx="8278355" cy="4562475"/>
          </a:xfrm>
          <a:prstGeom prst="roundRect">
            <a:avLst>
              <a:gd name="adj" fmla="val 7899"/>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5" name="Picture Placeholder 4">
            <a:extLst>
              <a:ext uri="{FF2B5EF4-FFF2-40B4-BE49-F238E27FC236}">
                <a16:creationId xmlns:a16="http://schemas.microsoft.com/office/drawing/2014/main" id="{3903FCFC-3F4C-FDBF-90E2-8ACAA657907B}"/>
              </a:ext>
            </a:extLst>
          </p:cNvPr>
          <p:cNvSpPr>
            <a:spLocks noGrp="1"/>
          </p:cNvSpPr>
          <p:nvPr>
            <p:ph type="pic" sz="quarter" idx="10"/>
          </p:nvPr>
        </p:nvSpPr>
        <p:spPr>
          <a:xfrm>
            <a:off x="7905750" y="0"/>
            <a:ext cx="3687305" cy="4362450"/>
          </a:xfrm>
          <a:custGeom>
            <a:avLst/>
            <a:gdLst>
              <a:gd name="connsiteX0" fmla="*/ 0 w 3687305"/>
              <a:gd name="connsiteY0" fmla="*/ 0 h 4362450"/>
              <a:gd name="connsiteX1" fmla="*/ 3687305 w 3687305"/>
              <a:gd name="connsiteY1" fmla="*/ 0 h 4362450"/>
              <a:gd name="connsiteX2" fmla="*/ 3687305 w 3687305"/>
              <a:gd name="connsiteY2" fmla="*/ 4033653 h 4362450"/>
              <a:gd name="connsiteX3" fmla="*/ 3358508 w 3687305"/>
              <a:gd name="connsiteY3" fmla="*/ 4362450 h 4362450"/>
              <a:gd name="connsiteX4" fmla="*/ 328797 w 3687305"/>
              <a:gd name="connsiteY4" fmla="*/ 4362450 h 4362450"/>
              <a:gd name="connsiteX5" fmla="*/ 0 w 3687305"/>
              <a:gd name="connsiteY5" fmla="*/ 4033653 h 436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7305" h="4362450">
                <a:moveTo>
                  <a:pt x="0" y="0"/>
                </a:moveTo>
                <a:lnTo>
                  <a:pt x="3687305" y="0"/>
                </a:lnTo>
                <a:lnTo>
                  <a:pt x="3687305" y="4033653"/>
                </a:lnTo>
                <a:cubicBezTo>
                  <a:pt x="3687305" y="4215243"/>
                  <a:pt x="3540098" y="4362450"/>
                  <a:pt x="3358508" y="4362450"/>
                </a:cubicBezTo>
                <a:lnTo>
                  <a:pt x="328797" y="4362450"/>
                </a:lnTo>
                <a:cubicBezTo>
                  <a:pt x="147207" y="4362450"/>
                  <a:pt x="0" y="4215243"/>
                  <a:pt x="0" y="4033653"/>
                </a:cubicBezTo>
                <a:close/>
              </a:path>
            </a:pathLst>
          </a:custGeom>
          <a:pattFill prst="ltUpDiag">
            <a:fgClr>
              <a:schemeClr val="accent1"/>
            </a:fgClr>
            <a:bgClr>
              <a:schemeClr val="bg1"/>
            </a:bgClr>
          </a:pattFill>
        </p:spPr>
        <p:txBody>
          <a:bodyPr wrap="square">
            <a:noAutofit/>
          </a:bodyPr>
          <a:lstStyle>
            <a:lvl1pPr>
              <a:defRPr sz="1400"/>
            </a:lvl1pPr>
          </a:lstStyle>
          <a:p>
            <a:endParaRPr lang="en-ID"/>
          </a:p>
        </p:txBody>
      </p:sp>
      <p:sp>
        <p:nvSpPr>
          <p:cNvPr id="4" name="Rectangle: Rounded Corners 3">
            <a:extLst>
              <a:ext uri="{FF2B5EF4-FFF2-40B4-BE49-F238E27FC236}">
                <a16:creationId xmlns:a16="http://schemas.microsoft.com/office/drawing/2014/main" id="{AAA62FF9-4BB8-4886-8638-A21E1347AD2F}"/>
              </a:ext>
            </a:extLst>
          </p:cNvPr>
          <p:cNvSpPr/>
          <p:nvPr userDrawn="1"/>
        </p:nvSpPr>
        <p:spPr>
          <a:xfrm>
            <a:off x="1494295" y="4218117"/>
            <a:ext cx="5516105" cy="1971855"/>
          </a:xfrm>
          <a:prstGeom prst="roundRect">
            <a:avLst>
              <a:gd name="adj" fmla="val 10868"/>
            </a:avLst>
          </a:prstGeom>
          <a:solidFill>
            <a:schemeClr val="accent2"/>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Text Placeholder 8">
            <a:extLst>
              <a:ext uri="{FF2B5EF4-FFF2-40B4-BE49-F238E27FC236}">
                <a16:creationId xmlns:a16="http://schemas.microsoft.com/office/drawing/2014/main" id="{6134C9C6-FD8F-4792-9BD3-4B11006C6DF0}"/>
              </a:ext>
            </a:extLst>
          </p:cNvPr>
          <p:cNvSpPr>
            <a:spLocks noGrp="1"/>
          </p:cNvSpPr>
          <p:nvPr>
            <p:ph type="body" sz="quarter" idx="11"/>
          </p:nvPr>
        </p:nvSpPr>
        <p:spPr>
          <a:xfrm>
            <a:off x="803276" y="976572"/>
            <a:ext cx="6965950" cy="623629"/>
          </a:xfrm>
          <a:prstGeom prst="rect">
            <a:avLst/>
          </a:prstGeom>
        </p:spPr>
        <p:txBody>
          <a:bodyPr/>
          <a:lstStyle>
            <a:lvl1pPr marL="0" indent="0">
              <a:buNone/>
              <a:defRPr sz="2800" b="1">
                <a:solidFill>
                  <a:schemeClr val="bg1"/>
                </a:solidFill>
              </a:defRPr>
            </a:lvl1pPr>
          </a:lstStyle>
          <a:p>
            <a:pPr lvl="0"/>
            <a:r>
              <a:rPr lang="en-US"/>
              <a:t>Edit Master text styles</a:t>
            </a:r>
          </a:p>
        </p:txBody>
      </p:sp>
      <p:sp>
        <p:nvSpPr>
          <p:cNvPr id="7" name="Text Placeholder 10">
            <a:extLst>
              <a:ext uri="{FF2B5EF4-FFF2-40B4-BE49-F238E27FC236}">
                <a16:creationId xmlns:a16="http://schemas.microsoft.com/office/drawing/2014/main" id="{1FC6CAD4-436A-4B04-869E-8D03480F5DE3}"/>
              </a:ext>
            </a:extLst>
          </p:cNvPr>
          <p:cNvSpPr>
            <a:spLocks noGrp="1"/>
          </p:cNvSpPr>
          <p:nvPr>
            <p:ph type="body" sz="quarter" idx="12"/>
          </p:nvPr>
        </p:nvSpPr>
        <p:spPr>
          <a:xfrm>
            <a:off x="803276" y="1714503"/>
            <a:ext cx="6965950" cy="2254247"/>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solidFill>
                  <a:schemeClr val="bg1"/>
                </a:solidFill>
              </a:defRPr>
            </a:lvl1pPr>
          </a:lstStyle>
          <a:p>
            <a:pPr lvl="0"/>
            <a:r>
              <a:rPr lang="en-US"/>
              <a:t>Edit Master text styles</a:t>
            </a:r>
          </a:p>
        </p:txBody>
      </p:sp>
      <p:sp>
        <p:nvSpPr>
          <p:cNvPr id="8" name="Text Placeholder 10">
            <a:extLst>
              <a:ext uri="{FF2B5EF4-FFF2-40B4-BE49-F238E27FC236}">
                <a16:creationId xmlns:a16="http://schemas.microsoft.com/office/drawing/2014/main" id="{BDF2CF42-150F-4D71-A941-79D3CF1D9151}"/>
              </a:ext>
            </a:extLst>
          </p:cNvPr>
          <p:cNvSpPr>
            <a:spLocks noGrp="1"/>
          </p:cNvSpPr>
          <p:nvPr>
            <p:ph type="body" sz="quarter" idx="13"/>
          </p:nvPr>
        </p:nvSpPr>
        <p:spPr>
          <a:xfrm>
            <a:off x="1660526" y="4380043"/>
            <a:ext cx="5172074" cy="1671508"/>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solidFill>
                  <a:schemeClr val="bg1"/>
                </a:solidFill>
              </a:defRPr>
            </a:lvl1pPr>
          </a:lstStyle>
          <a:p>
            <a:pPr lvl="0"/>
            <a:r>
              <a:rPr lang="en-US"/>
              <a:t>Edit Master text styles</a:t>
            </a:r>
          </a:p>
        </p:txBody>
      </p:sp>
      <p:pic>
        <p:nvPicPr>
          <p:cNvPr id="9" name="Picture 8">
            <a:extLst>
              <a:ext uri="{FF2B5EF4-FFF2-40B4-BE49-F238E27FC236}">
                <a16:creationId xmlns:a16="http://schemas.microsoft.com/office/drawing/2014/main" id="{93AE773F-0B38-46FB-ABAD-F520F24AE49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0" name="Oval 9">
            <a:extLst>
              <a:ext uri="{FF2B5EF4-FFF2-40B4-BE49-F238E27FC236}">
                <a16:creationId xmlns:a16="http://schemas.microsoft.com/office/drawing/2014/main" id="{13EC529C-C9C6-418D-92CC-98385BAEF607}"/>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283384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463B438-DDA4-E551-6E51-7E99EBC0DC25}"/>
              </a:ext>
            </a:extLst>
          </p:cNvPr>
          <p:cNvSpPr>
            <a:spLocks noGrp="1"/>
          </p:cNvSpPr>
          <p:nvPr>
            <p:ph type="pic" sz="quarter" idx="10"/>
          </p:nvPr>
        </p:nvSpPr>
        <p:spPr>
          <a:xfrm>
            <a:off x="571500" y="647700"/>
            <a:ext cx="4648200" cy="5562600"/>
          </a:xfrm>
          <a:custGeom>
            <a:avLst/>
            <a:gdLst>
              <a:gd name="connsiteX0" fmla="*/ 393703 w 4648200"/>
              <a:gd name="connsiteY0" fmla="*/ 0 h 5562600"/>
              <a:gd name="connsiteX1" fmla="*/ 4254497 w 4648200"/>
              <a:gd name="connsiteY1" fmla="*/ 0 h 5562600"/>
              <a:gd name="connsiteX2" fmla="*/ 4648200 w 4648200"/>
              <a:gd name="connsiteY2" fmla="*/ 393703 h 5562600"/>
              <a:gd name="connsiteX3" fmla="*/ 4648200 w 4648200"/>
              <a:gd name="connsiteY3" fmla="*/ 5168897 h 5562600"/>
              <a:gd name="connsiteX4" fmla="*/ 4254497 w 4648200"/>
              <a:gd name="connsiteY4" fmla="*/ 5562600 h 5562600"/>
              <a:gd name="connsiteX5" fmla="*/ 393703 w 4648200"/>
              <a:gd name="connsiteY5" fmla="*/ 5562600 h 5562600"/>
              <a:gd name="connsiteX6" fmla="*/ 0 w 4648200"/>
              <a:gd name="connsiteY6" fmla="*/ 5168897 h 5562600"/>
              <a:gd name="connsiteX7" fmla="*/ 0 w 4648200"/>
              <a:gd name="connsiteY7" fmla="*/ 393703 h 5562600"/>
              <a:gd name="connsiteX8" fmla="*/ 393703 w 4648200"/>
              <a:gd name="connsiteY8" fmla="*/ 0 h 556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8200" h="5562600">
                <a:moveTo>
                  <a:pt x="393703" y="0"/>
                </a:moveTo>
                <a:lnTo>
                  <a:pt x="4254497" y="0"/>
                </a:lnTo>
                <a:cubicBezTo>
                  <a:pt x="4471933" y="0"/>
                  <a:pt x="4648200" y="176267"/>
                  <a:pt x="4648200" y="393703"/>
                </a:cubicBezTo>
                <a:lnTo>
                  <a:pt x="4648200" y="5168897"/>
                </a:lnTo>
                <a:cubicBezTo>
                  <a:pt x="4648200" y="5386333"/>
                  <a:pt x="4471933" y="5562600"/>
                  <a:pt x="4254497" y="5562600"/>
                </a:cubicBezTo>
                <a:lnTo>
                  <a:pt x="393703" y="5562600"/>
                </a:lnTo>
                <a:cubicBezTo>
                  <a:pt x="176267" y="5562600"/>
                  <a:pt x="0" y="5386333"/>
                  <a:pt x="0" y="5168897"/>
                </a:cubicBezTo>
                <a:lnTo>
                  <a:pt x="0" y="393703"/>
                </a:lnTo>
                <a:cubicBezTo>
                  <a:pt x="0" y="176267"/>
                  <a:pt x="176267" y="0"/>
                  <a:pt x="393703" y="0"/>
                </a:cubicBezTo>
                <a:close/>
              </a:path>
            </a:pathLst>
          </a:custGeom>
          <a:pattFill prst="ltUpDiag">
            <a:fgClr>
              <a:schemeClr val="bg1">
                <a:lumMod val="75000"/>
              </a:schemeClr>
            </a:fgClr>
            <a:bgClr>
              <a:schemeClr val="bg1"/>
            </a:bgClr>
          </a:pattFill>
        </p:spPr>
        <p:txBody>
          <a:bodyPr wrap="square">
            <a:noAutofit/>
          </a:bodyPr>
          <a:lstStyle>
            <a:lvl1pPr>
              <a:defRPr sz="1400"/>
            </a:lvl1pPr>
          </a:lstStyle>
          <a:p>
            <a:endParaRPr lang="en-ID"/>
          </a:p>
        </p:txBody>
      </p:sp>
      <p:sp>
        <p:nvSpPr>
          <p:cNvPr id="3" name="Freeform: Shape 2">
            <a:extLst>
              <a:ext uri="{FF2B5EF4-FFF2-40B4-BE49-F238E27FC236}">
                <a16:creationId xmlns:a16="http://schemas.microsoft.com/office/drawing/2014/main" id="{40814FD7-8F4B-4F12-96C9-54D253C13802}"/>
              </a:ext>
            </a:extLst>
          </p:cNvPr>
          <p:cNvSpPr/>
          <p:nvPr userDrawn="1"/>
        </p:nvSpPr>
        <p:spPr>
          <a:xfrm flipV="1">
            <a:off x="8239271" y="0"/>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4" name="Rectangle: Rounded Corners 3">
            <a:extLst>
              <a:ext uri="{FF2B5EF4-FFF2-40B4-BE49-F238E27FC236}">
                <a16:creationId xmlns:a16="http://schemas.microsoft.com/office/drawing/2014/main" id="{E7B051C2-0A98-42FC-B63C-CFD0164F3012}"/>
              </a:ext>
            </a:extLst>
          </p:cNvPr>
          <p:cNvSpPr/>
          <p:nvPr userDrawn="1"/>
        </p:nvSpPr>
        <p:spPr>
          <a:xfrm>
            <a:off x="9241295" y="3084771"/>
            <a:ext cx="2696705" cy="952500"/>
          </a:xfrm>
          <a:prstGeom prst="roundRect">
            <a:avLst/>
          </a:prstGeom>
          <a:solidFill>
            <a:schemeClr val="accent2"/>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Rectangle: Rounded Corners 5">
            <a:extLst>
              <a:ext uri="{FF2B5EF4-FFF2-40B4-BE49-F238E27FC236}">
                <a16:creationId xmlns:a16="http://schemas.microsoft.com/office/drawing/2014/main" id="{6645605D-CAE0-4E49-895C-44F2AB153FA2}"/>
              </a:ext>
            </a:extLst>
          </p:cNvPr>
          <p:cNvSpPr/>
          <p:nvPr userDrawn="1"/>
        </p:nvSpPr>
        <p:spPr>
          <a:xfrm>
            <a:off x="5588000" y="3084771"/>
            <a:ext cx="2696705" cy="9525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7" name="Text Placeholder 8">
            <a:extLst>
              <a:ext uri="{FF2B5EF4-FFF2-40B4-BE49-F238E27FC236}">
                <a16:creationId xmlns:a16="http://schemas.microsoft.com/office/drawing/2014/main" id="{FB40E9AC-A5E7-4467-8B27-C87A322D5024}"/>
              </a:ext>
            </a:extLst>
          </p:cNvPr>
          <p:cNvSpPr>
            <a:spLocks noGrp="1"/>
          </p:cNvSpPr>
          <p:nvPr>
            <p:ph type="body" sz="quarter" idx="11"/>
          </p:nvPr>
        </p:nvSpPr>
        <p:spPr>
          <a:xfrm>
            <a:off x="5588000" y="647700"/>
            <a:ext cx="6350000"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8" name="Text Placeholder 10">
            <a:extLst>
              <a:ext uri="{FF2B5EF4-FFF2-40B4-BE49-F238E27FC236}">
                <a16:creationId xmlns:a16="http://schemas.microsoft.com/office/drawing/2014/main" id="{6B4EB0DD-BEC3-412D-AD7C-4DC35C1A8749}"/>
              </a:ext>
            </a:extLst>
          </p:cNvPr>
          <p:cNvSpPr>
            <a:spLocks noGrp="1"/>
          </p:cNvSpPr>
          <p:nvPr>
            <p:ph type="body" sz="quarter" idx="12"/>
          </p:nvPr>
        </p:nvSpPr>
        <p:spPr>
          <a:xfrm>
            <a:off x="5588000" y="1385631"/>
            <a:ext cx="6350000" cy="1435099"/>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sp>
        <p:nvSpPr>
          <p:cNvPr id="9" name="Text Placeholder 10">
            <a:extLst>
              <a:ext uri="{FF2B5EF4-FFF2-40B4-BE49-F238E27FC236}">
                <a16:creationId xmlns:a16="http://schemas.microsoft.com/office/drawing/2014/main" id="{960EBB60-989D-4CC4-8169-DFF8676F36CC}"/>
              </a:ext>
            </a:extLst>
          </p:cNvPr>
          <p:cNvSpPr>
            <a:spLocks noGrp="1"/>
          </p:cNvSpPr>
          <p:nvPr>
            <p:ph type="body" sz="quarter" idx="13"/>
          </p:nvPr>
        </p:nvSpPr>
        <p:spPr>
          <a:xfrm>
            <a:off x="5588000" y="4250512"/>
            <a:ext cx="6350000" cy="1959788"/>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pic>
        <p:nvPicPr>
          <p:cNvPr id="10" name="Picture 9">
            <a:extLst>
              <a:ext uri="{FF2B5EF4-FFF2-40B4-BE49-F238E27FC236}">
                <a16:creationId xmlns:a16="http://schemas.microsoft.com/office/drawing/2014/main" id="{797F64CF-1675-4D56-9865-C068E7A750C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1" name="Oval 10">
            <a:extLst>
              <a:ext uri="{FF2B5EF4-FFF2-40B4-BE49-F238E27FC236}">
                <a16:creationId xmlns:a16="http://schemas.microsoft.com/office/drawing/2014/main" id="{8AE52D17-1C00-4DF5-8699-5982A84D4371}"/>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4088853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D03586B-8CC8-0D91-2BE2-F232103D417B}"/>
              </a:ext>
            </a:extLst>
          </p:cNvPr>
          <p:cNvSpPr>
            <a:spLocks noGrp="1"/>
          </p:cNvSpPr>
          <p:nvPr>
            <p:ph type="pic" sz="quarter" idx="10"/>
          </p:nvPr>
        </p:nvSpPr>
        <p:spPr>
          <a:xfrm>
            <a:off x="7905750" y="0"/>
            <a:ext cx="4286250" cy="6858000"/>
          </a:xfrm>
          <a:custGeom>
            <a:avLst/>
            <a:gdLst>
              <a:gd name="connsiteX0" fmla="*/ 0 w 4286250"/>
              <a:gd name="connsiteY0" fmla="*/ 0 h 6858000"/>
              <a:gd name="connsiteX1" fmla="*/ 4286250 w 4286250"/>
              <a:gd name="connsiteY1" fmla="*/ 0 h 6858000"/>
              <a:gd name="connsiteX2" fmla="*/ 4286250 w 4286250"/>
              <a:gd name="connsiteY2" fmla="*/ 6858000 h 6858000"/>
              <a:gd name="connsiteX3" fmla="*/ 0 w 42862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6250" h="6858000">
                <a:moveTo>
                  <a:pt x="0" y="0"/>
                </a:moveTo>
                <a:lnTo>
                  <a:pt x="4286250" y="0"/>
                </a:lnTo>
                <a:lnTo>
                  <a:pt x="4286250" y="6858000"/>
                </a:lnTo>
                <a:lnTo>
                  <a:pt x="0" y="6858000"/>
                </a:lnTo>
                <a:close/>
              </a:path>
            </a:pathLst>
          </a:custGeom>
          <a:pattFill prst="ltUpDiag">
            <a:fgClr>
              <a:schemeClr val="accent1"/>
            </a:fgClr>
            <a:bgClr>
              <a:schemeClr val="bg1"/>
            </a:bgClr>
          </a:pattFill>
        </p:spPr>
        <p:txBody>
          <a:bodyPr wrap="square">
            <a:noAutofit/>
          </a:bodyPr>
          <a:lstStyle>
            <a:lvl1pPr>
              <a:defRPr sz="1600"/>
            </a:lvl1pPr>
          </a:lstStyle>
          <a:p>
            <a:endParaRPr lang="en-ID"/>
          </a:p>
        </p:txBody>
      </p:sp>
      <p:sp>
        <p:nvSpPr>
          <p:cNvPr id="3" name="Rectangle: Rounded Corners 2">
            <a:extLst>
              <a:ext uri="{FF2B5EF4-FFF2-40B4-BE49-F238E27FC236}">
                <a16:creationId xmlns:a16="http://schemas.microsoft.com/office/drawing/2014/main" id="{17635241-60A2-4684-B644-5882AC2374B3}"/>
              </a:ext>
            </a:extLst>
          </p:cNvPr>
          <p:cNvSpPr/>
          <p:nvPr userDrawn="1"/>
        </p:nvSpPr>
        <p:spPr>
          <a:xfrm>
            <a:off x="3717435" y="2857499"/>
            <a:ext cx="2928329" cy="3296557"/>
          </a:xfrm>
          <a:prstGeom prst="roundRect">
            <a:avLst>
              <a:gd name="adj" fmla="val 12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 name="Rectangle: Rounded Corners 3">
            <a:extLst>
              <a:ext uri="{FF2B5EF4-FFF2-40B4-BE49-F238E27FC236}">
                <a16:creationId xmlns:a16="http://schemas.microsoft.com/office/drawing/2014/main" id="{42C8BE6C-1EA4-46E5-B833-7705EFDB656F}"/>
              </a:ext>
            </a:extLst>
          </p:cNvPr>
          <p:cNvSpPr/>
          <p:nvPr userDrawn="1"/>
        </p:nvSpPr>
        <p:spPr>
          <a:xfrm>
            <a:off x="628650" y="2857499"/>
            <a:ext cx="2928329" cy="3296557"/>
          </a:xfrm>
          <a:prstGeom prst="roundRect">
            <a:avLst>
              <a:gd name="adj" fmla="val 12557"/>
            </a:avLst>
          </a:prstGeom>
          <a:solidFill>
            <a:schemeClr val="bg1"/>
          </a:solidFill>
          <a:ln>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Text Placeholder 8">
            <a:extLst>
              <a:ext uri="{FF2B5EF4-FFF2-40B4-BE49-F238E27FC236}">
                <a16:creationId xmlns:a16="http://schemas.microsoft.com/office/drawing/2014/main" id="{58C1BC5F-D27D-4C21-87AC-BE67CE404392}"/>
              </a:ext>
            </a:extLst>
          </p:cNvPr>
          <p:cNvSpPr>
            <a:spLocks noGrp="1"/>
          </p:cNvSpPr>
          <p:nvPr>
            <p:ph type="body" sz="quarter" idx="11"/>
          </p:nvPr>
        </p:nvSpPr>
        <p:spPr>
          <a:xfrm>
            <a:off x="628650" y="430470"/>
            <a:ext cx="6965950" cy="623629"/>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7" name="Text Placeholder 10">
            <a:extLst>
              <a:ext uri="{FF2B5EF4-FFF2-40B4-BE49-F238E27FC236}">
                <a16:creationId xmlns:a16="http://schemas.microsoft.com/office/drawing/2014/main" id="{0BDCBBC2-5E92-4F48-8985-EDF72778B97C}"/>
              </a:ext>
            </a:extLst>
          </p:cNvPr>
          <p:cNvSpPr>
            <a:spLocks noGrp="1"/>
          </p:cNvSpPr>
          <p:nvPr>
            <p:ph type="body" sz="quarter" idx="12"/>
          </p:nvPr>
        </p:nvSpPr>
        <p:spPr>
          <a:xfrm>
            <a:off x="628650" y="1168401"/>
            <a:ext cx="6965950" cy="1435099"/>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sp>
        <p:nvSpPr>
          <p:cNvPr id="8" name="Text Placeholder 10">
            <a:extLst>
              <a:ext uri="{FF2B5EF4-FFF2-40B4-BE49-F238E27FC236}">
                <a16:creationId xmlns:a16="http://schemas.microsoft.com/office/drawing/2014/main" id="{4EF88511-BB58-4985-AF09-1689DC784167}"/>
              </a:ext>
            </a:extLst>
          </p:cNvPr>
          <p:cNvSpPr>
            <a:spLocks noGrp="1"/>
          </p:cNvSpPr>
          <p:nvPr>
            <p:ph type="body" sz="quarter" idx="13"/>
          </p:nvPr>
        </p:nvSpPr>
        <p:spPr>
          <a:xfrm>
            <a:off x="784225" y="3070678"/>
            <a:ext cx="2568575" cy="2809422"/>
          </a:xfrm>
          <a:prstGeom prst="rect">
            <a:avLst/>
          </a:prstGeom>
        </p:spPr>
        <p:txBody>
          <a:bodyPr/>
          <a:lstStyle>
            <a:lvl1pPr marL="228600" indent="-228600">
              <a:lnSpc>
                <a:spcPct val="150000"/>
              </a:lnSpc>
              <a:buClr>
                <a:schemeClr val="accent3"/>
              </a:buClr>
              <a:buFont typeface="Wingdings" panose="05000000000000000000" pitchFamily="2" charset="2"/>
              <a:buChar char="§"/>
              <a:defRPr sz="1400" b="0"/>
            </a:lvl1pPr>
          </a:lstStyle>
          <a:p>
            <a:pPr lvl="0"/>
            <a:r>
              <a:rPr lang="en-US"/>
              <a:t>Edit Master text styles</a:t>
            </a:r>
          </a:p>
        </p:txBody>
      </p:sp>
      <p:sp>
        <p:nvSpPr>
          <p:cNvPr id="9" name="Text Placeholder 10">
            <a:extLst>
              <a:ext uri="{FF2B5EF4-FFF2-40B4-BE49-F238E27FC236}">
                <a16:creationId xmlns:a16="http://schemas.microsoft.com/office/drawing/2014/main" id="{1B2C8BF5-BC60-4A2E-B7F7-9AD5192B721F}"/>
              </a:ext>
            </a:extLst>
          </p:cNvPr>
          <p:cNvSpPr>
            <a:spLocks noGrp="1"/>
          </p:cNvSpPr>
          <p:nvPr>
            <p:ph type="body" sz="quarter" idx="14"/>
          </p:nvPr>
        </p:nvSpPr>
        <p:spPr>
          <a:xfrm>
            <a:off x="3897313" y="3070678"/>
            <a:ext cx="2568575" cy="2809422"/>
          </a:xfrm>
          <a:prstGeom prst="rect">
            <a:avLst/>
          </a:prstGeom>
        </p:spPr>
        <p:txBody>
          <a:bodyPr/>
          <a:lstStyle>
            <a:lvl1pPr marL="228600" indent="-228600">
              <a:lnSpc>
                <a:spcPct val="150000"/>
              </a:lnSpc>
              <a:buClr>
                <a:schemeClr val="bg1"/>
              </a:buClr>
              <a:buFont typeface="Wingdings" panose="05000000000000000000" pitchFamily="2" charset="2"/>
              <a:buChar char="§"/>
              <a:defRPr sz="1400" b="0">
                <a:solidFill>
                  <a:schemeClr val="bg1"/>
                </a:solidFill>
              </a:defRPr>
            </a:lvl1pPr>
          </a:lstStyle>
          <a:p>
            <a:pPr lvl="0"/>
            <a:r>
              <a:rPr lang="en-US"/>
              <a:t>Edit Master text styles</a:t>
            </a:r>
          </a:p>
        </p:txBody>
      </p:sp>
      <p:pic>
        <p:nvPicPr>
          <p:cNvPr id="10" name="Picture 9">
            <a:extLst>
              <a:ext uri="{FF2B5EF4-FFF2-40B4-BE49-F238E27FC236}">
                <a16:creationId xmlns:a16="http://schemas.microsoft.com/office/drawing/2014/main" id="{7686F954-B38A-40A4-88AB-30DD462DA86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11" name="Oval 10">
            <a:extLst>
              <a:ext uri="{FF2B5EF4-FFF2-40B4-BE49-F238E27FC236}">
                <a16:creationId xmlns:a16="http://schemas.microsoft.com/office/drawing/2014/main" id="{A8EFBA3E-E33F-47D9-A117-2E8A39CF3EEF}"/>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271203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
    <p:bg>
      <p:bgPr>
        <a:solidFill>
          <a:schemeClr val="accent4"/>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6878F5C2-4ACC-4232-9B44-846D35FC5CD0}"/>
              </a:ext>
            </a:extLst>
          </p:cNvPr>
          <p:cNvSpPr/>
          <p:nvPr userDrawn="1"/>
        </p:nvSpPr>
        <p:spPr>
          <a:xfrm>
            <a:off x="0" y="0"/>
            <a:ext cx="12192000" cy="6591300"/>
          </a:xfrm>
          <a:custGeom>
            <a:avLst/>
            <a:gdLst>
              <a:gd name="connsiteX0" fmla="*/ 0 w 12192000"/>
              <a:gd name="connsiteY0" fmla="*/ 0 h 6591300"/>
              <a:gd name="connsiteX1" fmla="*/ 12192000 w 12192000"/>
              <a:gd name="connsiteY1" fmla="*/ 0 h 6591300"/>
              <a:gd name="connsiteX2" fmla="*/ 12192000 w 12192000"/>
              <a:gd name="connsiteY2" fmla="*/ 4631118 h 6591300"/>
              <a:gd name="connsiteX3" fmla="*/ 12151046 w 12192000"/>
              <a:gd name="connsiteY3" fmla="*/ 4666700 h 6591300"/>
              <a:gd name="connsiteX4" fmla="*/ 6815138 w 12192000"/>
              <a:gd name="connsiteY4" fmla="*/ 6591300 h 6591300"/>
              <a:gd name="connsiteX5" fmla="*/ 117425 w 12192000"/>
              <a:gd name="connsiteY5" fmla="*/ 3233949 h 6591300"/>
              <a:gd name="connsiteX6" fmla="*/ 0 w 12192000"/>
              <a:gd name="connsiteY6" fmla="*/ 3068822 h 659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591300">
                <a:moveTo>
                  <a:pt x="0" y="0"/>
                </a:moveTo>
                <a:lnTo>
                  <a:pt x="12192000" y="0"/>
                </a:lnTo>
                <a:lnTo>
                  <a:pt x="12192000" y="4631118"/>
                </a:lnTo>
                <a:lnTo>
                  <a:pt x="12151046" y="4666700"/>
                </a:lnTo>
                <a:cubicBezTo>
                  <a:pt x="10703468" y="5868632"/>
                  <a:pt x="8843697" y="6591300"/>
                  <a:pt x="6815138" y="6591300"/>
                </a:cubicBezTo>
                <a:cubicBezTo>
                  <a:pt x="4074328" y="6591300"/>
                  <a:pt x="1641642" y="5272068"/>
                  <a:pt x="117425" y="3233949"/>
                </a:cubicBezTo>
                <a:lnTo>
                  <a:pt x="0" y="306882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5" name="Picture Placeholder 4">
            <a:extLst>
              <a:ext uri="{FF2B5EF4-FFF2-40B4-BE49-F238E27FC236}">
                <a16:creationId xmlns:a16="http://schemas.microsoft.com/office/drawing/2014/main" id="{499B21B3-B700-12A6-DE8A-4444A9268224}"/>
              </a:ext>
            </a:extLst>
          </p:cNvPr>
          <p:cNvSpPr>
            <a:spLocks noGrp="1"/>
          </p:cNvSpPr>
          <p:nvPr>
            <p:ph type="pic" sz="quarter" idx="10" hasCustomPrompt="1"/>
          </p:nvPr>
        </p:nvSpPr>
        <p:spPr>
          <a:xfrm>
            <a:off x="0" y="0"/>
            <a:ext cx="5196114" cy="6431916"/>
          </a:xfrm>
          <a:custGeom>
            <a:avLst/>
            <a:gdLst>
              <a:gd name="connsiteX0" fmla="*/ 0 w 5196114"/>
              <a:gd name="connsiteY0" fmla="*/ 0 h 6431916"/>
              <a:gd name="connsiteX1" fmla="*/ 5196114 w 5196114"/>
              <a:gd name="connsiteY1" fmla="*/ 0 h 6431916"/>
              <a:gd name="connsiteX2" fmla="*/ 5196114 w 5196114"/>
              <a:gd name="connsiteY2" fmla="*/ 6431916 h 6431916"/>
              <a:gd name="connsiteX3" fmla="*/ 4826685 w 5196114"/>
              <a:gd name="connsiteY3" fmla="*/ 6353325 h 6431916"/>
              <a:gd name="connsiteX4" fmla="*/ 117425 w 5196114"/>
              <a:gd name="connsiteY4" fmla="*/ 3233949 h 6431916"/>
              <a:gd name="connsiteX5" fmla="*/ 0 w 5196114"/>
              <a:gd name="connsiteY5" fmla="*/ 3068822 h 643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6114" h="6431916">
                <a:moveTo>
                  <a:pt x="0" y="0"/>
                </a:moveTo>
                <a:lnTo>
                  <a:pt x="5196114" y="0"/>
                </a:lnTo>
                <a:lnTo>
                  <a:pt x="5196114" y="6431916"/>
                </a:lnTo>
                <a:lnTo>
                  <a:pt x="4826685" y="6353325"/>
                </a:lnTo>
                <a:cubicBezTo>
                  <a:pt x="2914765" y="5886754"/>
                  <a:pt x="1260588" y="4762538"/>
                  <a:pt x="117425" y="3233949"/>
                </a:cubicBezTo>
                <a:lnTo>
                  <a:pt x="0" y="3068822"/>
                </a:lnTo>
                <a:close/>
              </a:path>
            </a:pathLst>
          </a:custGeom>
        </p:spPr>
        <p:txBody>
          <a:bodyPr wrap="square">
            <a:noAutofit/>
          </a:bodyPr>
          <a:lstStyle>
            <a:lvl1pPr>
              <a:defRPr/>
            </a:lvl1pPr>
          </a:lstStyle>
          <a:p>
            <a:r>
              <a:rPr lang="en-US"/>
              <a:t>PNG Here</a:t>
            </a:r>
            <a:endParaRPr lang="en-ID"/>
          </a:p>
        </p:txBody>
      </p:sp>
      <p:sp>
        <p:nvSpPr>
          <p:cNvPr id="4" name="Oval 3">
            <a:extLst>
              <a:ext uri="{FF2B5EF4-FFF2-40B4-BE49-F238E27FC236}">
                <a16:creationId xmlns:a16="http://schemas.microsoft.com/office/drawing/2014/main" id="{203ED14D-4F45-4F60-8999-A48DE0470891}"/>
              </a:ext>
            </a:extLst>
          </p:cNvPr>
          <p:cNvSpPr/>
          <p:nvPr userDrawn="1"/>
        </p:nvSpPr>
        <p:spPr>
          <a:xfrm>
            <a:off x="426593" y="444886"/>
            <a:ext cx="898425" cy="898425"/>
          </a:xfrm>
          <a:prstGeom prst="ellipse">
            <a:avLst/>
          </a:prstGeom>
          <a:gradFill flip="none" rotWithShape="1">
            <a:gsLst>
              <a:gs pos="59000">
                <a:schemeClr val="bg1">
                  <a:lumMod val="95000"/>
                  <a:alpha val="0"/>
                </a:schemeClr>
              </a:gs>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Oval 5">
            <a:extLst>
              <a:ext uri="{FF2B5EF4-FFF2-40B4-BE49-F238E27FC236}">
                <a16:creationId xmlns:a16="http://schemas.microsoft.com/office/drawing/2014/main" id="{95C91FD1-31B7-4367-87CE-A6A54BC00E2C}"/>
              </a:ext>
            </a:extLst>
          </p:cNvPr>
          <p:cNvSpPr/>
          <p:nvPr userDrawn="1"/>
        </p:nvSpPr>
        <p:spPr>
          <a:xfrm>
            <a:off x="11239500" y="266700"/>
            <a:ext cx="704850" cy="704850"/>
          </a:xfrm>
          <a:prstGeom prst="ellipse">
            <a:avLst/>
          </a:prstGeom>
          <a:gradFill flip="none" rotWithShape="1">
            <a:gsLst>
              <a:gs pos="59000">
                <a:schemeClr val="bg1">
                  <a:lumMod val="95000"/>
                  <a:alpha val="0"/>
                </a:schemeClr>
              </a:gs>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7" name="Oval 6">
            <a:extLst>
              <a:ext uri="{FF2B5EF4-FFF2-40B4-BE49-F238E27FC236}">
                <a16:creationId xmlns:a16="http://schemas.microsoft.com/office/drawing/2014/main" id="{26F1ED67-F93B-427E-B1B0-59997F7B6DBE}"/>
              </a:ext>
            </a:extLst>
          </p:cNvPr>
          <p:cNvSpPr/>
          <p:nvPr userDrawn="1"/>
        </p:nvSpPr>
        <p:spPr>
          <a:xfrm>
            <a:off x="9210675" y="5505450"/>
            <a:ext cx="419100" cy="419100"/>
          </a:xfrm>
          <a:prstGeom prst="ellipse">
            <a:avLst/>
          </a:prstGeom>
          <a:gradFill flip="none" rotWithShape="1">
            <a:gsLst>
              <a:gs pos="59000">
                <a:schemeClr val="bg1">
                  <a:lumMod val="95000"/>
                  <a:alpha val="0"/>
                </a:schemeClr>
              </a:gs>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8" name="Oval 7">
            <a:extLst>
              <a:ext uri="{FF2B5EF4-FFF2-40B4-BE49-F238E27FC236}">
                <a16:creationId xmlns:a16="http://schemas.microsoft.com/office/drawing/2014/main" id="{7238991E-7CA3-43B3-B792-75943FDC1046}"/>
              </a:ext>
            </a:extLst>
          </p:cNvPr>
          <p:cNvSpPr/>
          <p:nvPr userDrawn="1"/>
        </p:nvSpPr>
        <p:spPr>
          <a:xfrm>
            <a:off x="4440231" y="4481932"/>
            <a:ext cx="398470" cy="398470"/>
          </a:xfrm>
          <a:prstGeom prst="ellipse">
            <a:avLst/>
          </a:prstGeom>
          <a:gradFill flip="none" rotWithShape="1">
            <a:gsLst>
              <a:gs pos="59000">
                <a:schemeClr val="bg1">
                  <a:lumMod val="95000"/>
                  <a:alpha val="0"/>
                </a:schemeClr>
              </a:gs>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9" name="Text Placeholder 8">
            <a:extLst>
              <a:ext uri="{FF2B5EF4-FFF2-40B4-BE49-F238E27FC236}">
                <a16:creationId xmlns:a16="http://schemas.microsoft.com/office/drawing/2014/main" id="{B93BE76F-2B4F-4514-8481-2B3B524CBDE0}"/>
              </a:ext>
            </a:extLst>
          </p:cNvPr>
          <p:cNvSpPr>
            <a:spLocks noGrp="1"/>
          </p:cNvSpPr>
          <p:nvPr>
            <p:ph type="body" sz="quarter" idx="11"/>
          </p:nvPr>
        </p:nvSpPr>
        <p:spPr>
          <a:xfrm>
            <a:off x="5598431" y="444886"/>
            <a:ext cx="5348969" cy="4768464"/>
          </a:xfrm>
          <a:prstGeom prst="rect">
            <a:avLst/>
          </a:prstGeom>
        </p:spPr>
        <p:txBody>
          <a:bodyPr/>
          <a:lstStyle>
            <a:lvl1pPr marL="0" indent="0">
              <a:lnSpc>
                <a:spcPct val="100000"/>
              </a:lnSpc>
              <a:buNone/>
              <a:defRPr sz="7200" b="1">
                <a:solidFill>
                  <a:schemeClr val="bg1"/>
                </a:solidFill>
              </a:defRPr>
            </a:lvl1pPr>
          </a:lstStyle>
          <a:p>
            <a:pPr lvl="0"/>
            <a:r>
              <a:rPr lang="en-US"/>
              <a:t>Edit Master text</a:t>
            </a:r>
          </a:p>
        </p:txBody>
      </p:sp>
      <p:pic>
        <p:nvPicPr>
          <p:cNvPr id="11" name="Picture 10">
            <a:extLst>
              <a:ext uri="{FF2B5EF4-FFF2-40B4-BE49-F238E27FC236}">
                <a16:creationId xmlns:a16="http://schemas.microsoft.com/office/drawing/2014/main" id="{758FA2F6-9D9C-4AD8-BE3E-29F434B66DF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Tree>
    <p:extLst>
      <p:ext uri="{BB962C8B-B14F-4D97-AF65-F5344CB8AC3E}">
        <p14:creationId xmlns:p14="http://schemas.microsoft.com/office/powerpoint/2010/main" val="75680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59CB625-9351-7BA5-A29E-011E18758370}"/>
              </a:ext>
            </a:extLst>
          </p:cNvPr>
          <p:cNvSpPr>
            <a:spLocks noGrp="1"/>
          </p:cNvSpPr>
          <p:nvPr>
            <p:ph type="pic" sz="quarter" idx="12"/>
          </p:nvPr>
        </p:nvSpPr>
        <p:spPr>
          <a:xfrm>
            <a:off x="571501" y="2048577"/>
            <a:ext cx="2095499" cy="2094799"/>
          </a:xfrm>
          <a:custGeom>
            <a:avLst/>
            <a:gdLst>
              <a:gd name="connsiteX0" fmla="*/ 228425 w 2296954"/>
              <a:gd name="connsiteY0" fmla="*/ 0 h 2296186"/>
              <a:gd name="connsiteX1" fmla="*/ 2068529 w 2296954"/>
              <a:gd name="connsiteY1" fmla="*/ 0 h 2296186"/>
              <a:gd name="connsiteX2" fmla="*/ 2296954 w 2296954"/>
              <a:gd name="connsiteY2" fmla="*/ 228425 h 2296186"/>
              <a:gd name="connsiteX3" fmla="*/ 2296954 w 2296954"/>
              <a:gd name="connsiteY3" fmla="*/ 2067761 h 2296186"/>
              <a:gd name="connsiteX4" fmla="*/ 2068529 w 2296954"/>
              <a:gd name="connsiteY4" fmla="*/ 2296186 h 2296186"/>
              <a:gd name="connsiteX5" fmla="*/ 228425 w 2296954"/>
              <a:gd name="connsiteY5" fmla="*/ 2296186 h 2296186"/>
              <a:gd name="connsiteX6" fmla="*/ 0 w 2296954"/>
              <a:gd name="connsiteY6" fmla="*/ 2067761 h 2296186"/>
              <a:gd name="connsiteX7" fmla="*/ 0 w 2296954"/>
              <a:gd name="connsiteY7" fmla="*/ 228425 h 2296186"/>
              <a:gd name="connsiteX8" fmla="*/ 228425 w 2296954"/>
              <a:gd name="connsiteY8" fmla="*/ 0 h 229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6954" h="2296186">
                <a:moveTo>
                  <a:pt x="228425" y="0"/>
                </a:moveTo>
                <a:lnTo>
                  <a:pt x="2068529" y="0"/>
                </a:lnTo>
                <a:cubicBezTo>
                  <a:pt x="2194685" y="0"/>
                  <a:pt x="2296954" y="102269"/>
                  <a:pt x="2296954" y="228425"/>
                </a:cubicBezTo>
                <a:lnTo>
                  <a:pt x="2296954" y="2067761"/>
                </a:lnTo>
                <a:cubicBezTo>
                  <a:pt x="2296954" y="2193917"/>
                  <a:pt x="2194685" y="2296186"/>
                  <a:pt x="2068529" y="2296186"/>
                </a:cubicBezTo>
                <a:lnTo>
                  <a:pt x="228425" y="2296186"/>
                </a:lnTo>
                <a:cubicBezTo>
                  <a:pt x="102269" y="2296186"/>
                  <a:pt x="0" y="2193917"/>
                  <a:pt x="0" y="2067761"/>
                </a:cubicBezTo>
                <a:lnTo>
                  <a:pt x="0" y="228425"/>
                </a:lnTo>
                <a:cubicBezTo>
                  <a:pt x="0" y="102269"/>
                  <a:pt x="102269" y="0"/>
                  <a:pt x="228425" y="0"/>
                </a:cubicBezTo>
                <a:close/>
              </a:path>
            </a:pathLst>
          </a:custGeom>
          <a:pattFill prst="ltUpDiag">
            <a:fgClr>
              <a:schemeClr val="accent1"/>
            </a:fgClr>
            <a:bgClr>
              <a:schemeClr val="bg1"/>
            </a:bgClr>
          </a:pattFill>
        </p:spPr>
        <p:txBody>
          <a:bodyPr wrap="square">
            <a:noAutofit/>
          </a:bodyPr>
          <a:lstStyle>
            <a:lvl1pPr>
              <a:defRPr sz="1400"/>
            </a:lvl1pPr>
          </a:lstStyle>
          <a:p>
            <a:endParaRPr lang="en-ID"/>
          </a:p>
        </p:txBody>
      </p:sp>
      <p:sp>
        <p:nvSpPr>
          <p:cNvPr id="5" name="Freeform: Shape 4">
            <a:extLst>
              <a:ext uri="{FF2B5EF4-FFF2-40B4-BE49-F238E27FC236}">
                <a16:creationId xmlns:a16="http://schemas.microsoft.com/office/drawing/2014/main" id="{A1E76139-6F18-49BC-BA49-297D6802A032}"/>
              </a:ext>
            </a:extLst>
          </p:cNvPr>
          <p:cNvSpPr/>
          <p:nvPr userDrawn="1"/>
        </p:nvSpPr>
        <p:spPr>
          <a:xfrm flipH="1" flipV="1">
            <a:off x="0" y="0"/>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6" name="Text Placeholder 8">
            <a:extLst>
              <a:ext uri="{FF2B5EF4-FFF2-40B4-BE49-F238E27FC236}">
                <a16:creationId xmlns:a16="http://schemas.microsoft.com/office/drawing/2014/main" id="{40C0B162-0501-45B5-A7A1-94A0C15EC7AB}"/>
              </a:ext>
            </a:extLst>
          </p:cNvPr>
          <p:cNvSpPr>
            <a:spLocks noGrp="1"/>
          </p:cNvSpPr>
          <p:nvPr>
            <p:ph type="body" sz="quarter" idx="13"/>
          </p:nvPr>
        </p:nvSpPr>
        <p:spPr>
          <a:xfrm>
            <a:off x="571501" y="894020"/>
            <a:ext cx="11049000" cy="772075"/>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8" name="Text Placeholder 10">
            <a:extLst>
              <a:ext uri="{FF2B5EF4-FFF2-40B4-BE49-F238E27FC236}">
                <a16:creationId xmlns:a16="http://schemas.microsoft.com/office/drawing/2014/main" id="{A670CDF0-76D5-4535-B9C3-4EBA90543124}"/>
              </a:ext>
            </a:extLst>
          </p:cNvPr>
          <p:cNvSpPr>
            <a:spLocks noGrp="1"/>
          </p:cNvSpPr>
          <p:nvPr>
            <p:ph type="body" sz="quarter" idx="14" hasCustomPrompt="1"/>
          </p:nvPr>
        </p:nvSpPr>
        <p:spPr>
          <a:xfrm>
            <a:off x="571501" y="4368802"/>
            <a:ext cx="2095499" cy="546098"/>
          </a:xfrm>
          <a:prstGeom prst="rect">
            <a:avLst/>
          </a:prstGeom>
        </p:spPr>
        <p:txBody>
          <a:bodyPr/>
          <a:lstStyle>
            <a:lvl1pPr marL="0" indent="0" algn="ctr">
              <a:buClr>
                <a:schemeClr val="accent3"/>
              </a:buClr>
              <a:buFont typeface="Wingdings" panose="05000000000000000000" pitchFamily="2" charset="2"/>
              <a:buNone/>
              <a:defRPr sz="1800" b="1">
                <a:solidFill>
                  <a:schemeClr val="accent2"/>
                </a:solidFill>
              </a:defRPr>
            </a:lvl1pPr>
          </a:lstStyle>
          <a:p>
            <a:pPr lvl="0"/>
            <a:r>
              <a:rPr lang="en-US"/>
              <a:t>Edit text</a:t>
            </a:r>
          </a:p>
        </p:txBody>
      </p:sp>
      <p:sp>
        <p:nvSpPr>
          <p:cNvPr id="9" name="Picture Placeholder 12">
            <a:extLst>
              <a:ext uri="{FF2B5EF4-FFF2-40B4-BE49-F238E27FC236}">
                <a16:creationId xmlns:a16="http://schemas.microsoft.com/office/drawing/2014/main" id="{290C56B8-B1F0-4D31-9645-64922423BB34}"/>
              </a:ext>
            </a:extLst>
          </p:cNvPr>
          <p:cNvSpPr>
            <a:spLocks noGrp="1"/>
          </p:cNvSpPr>
          <p:nvPr>
            <p:ph type="pic" sz="quarter" idx="15"/>
          </p:nvPr>
        </p:nvSpPr>
        <p:spPr>
          <a:xfrm>
            <a:off x="3566894" y="2048577"/>
            <a:ext cx="2095499" cy="2094799"/>
          </a:xfrm>
          <a:custGeom>
            <a:avLst/>
            <a:gdLst>
              <a:gd name="connsiteX0" fmla="*/ 228425 w 2296954"/>
              <a:gd name="connsiteY0" fmla="*/ 0 h 2296186"/>
              <a:gd name="connsiteX1" fmla="*/ 2068529 w 2296954"/>
              <a:gd name="connsiteY1" fmla="*/ 0 h 2296186"/>
              <a:gd name="connsiteX2" fmla="*/ 2296954 w 2296954"/>
              <a:gd name="connsiteY2" fmla="*/ 228425 h 2296186"/>
              <a:gd name="connsiteX3" fmla="*/ 2296954 w 2296954"/>
              <a:gd name="connsiteY3" fmla="*/ 2067761 h 2296186"/>
              <a:gd name="connsiteX4" fmla="*/ 2068529 w 2296954"/>
              <a:gd name="connsiteY4" fmla="*/ 2296186 h 2296186"/>
              <a:gd name="connsiteX5" fmla="*/ 228425 w 2296954"/>
              <a:gd name="connsiteY5" fmla="*/ 2296186 h 2296186"/>
              <a:gd name="connsiteX6" fmla="*/ 0 w 2296954"/>
              <a:gd name="connsiteY6" fmla="*/ 2067761 h 2296186"/>
              <a:gd name="connsiteX7" fmla="*/ 0 w 2296954"/>
              <a:gd name="connsiteY7" fmla="*/ 228425 h 2296186"/>
              <a:gd name="connsiteX8" fmla="*/ 228425 w 2296954"/>
              <a:gd name="connsiteY8" fmla="*/ 0 h 229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6954" h="2296186">
                <a:moveTo>
                  <a:pt x="228425" y="0"/>
                </a:moveTo>
                <a:lnTo>
                  <a:pt x="2068529" y="0"/>
                </a:lnTo>
                <a:cubicBezTo>
                  <a:pt x="2194685" y="0"/>
                  <a:pt x="2296954" y="102269"/>
                  <a:pt x="2296954" y="228425"/>
                </a:cubicBezTo>
                <a:lnTo>
                  <a:pt x="2296954" y="2067761"/>
                </a:lnTo>
                <a:cubicBezTo>
                  <a:pt x="2296954" y="2193917"/>
                  <a:pt x="2194685" y="2296186"/>
                  <a:pt x="2068529" y="2296186"/>
                </a:cubicBezTo>
                <a:lnTo>
                  <a:pt x="228425" y="2296186"/>
                </a:lnTo>
                <a:cubicBezTo>
                  <a:pt x="102269" y="2296186"/>
                  <a:pt x="0" y="2193917"/>
                  <a:pt x="0" y="2067761"/>
                </a:cubicBezTo>
                <a:lnTo>
                  <a:pt x="0" y="228425"/>
                </a:lnTo>
                <a:cubicBezTo>
                  <a:pt x="0" y="102269"/>
                  <a:pt x="102269" y="0"/>
                  <a:pt x="228425" y="0"/>
                </a:cubicBezTo>
                <a:close/>
              </a:path>
            </a:pathLst>
          </a:custGeom>
          <a:pattFill prst="ltUpDiag">
            <a:fgClr>
              <a:schemeClr val="accent1"/>
            </a:fgClr>
            <a:bgClr>
              <a:schemeClr val="bg1"/>
            </a:bgClr>
          </a:pattFill>
        </p:spPr>
        <p:txBody>
          <a:bodyPr wrap="square">
            <a:noAutofit/>
          </a:bodyPr>
          <a:lstStyle>
            <a:lvl1pPr>
              <a:defRPr sz="1400"/>
            </a:lvl1pPr>
          </a:lstStyle>
          <a:p>
            <a:endParaRPr lang="en-ID"/>
          </a:p>
        </p:txBody>
      </p:sp>
      <p:sp>
        <p:nvSpPr>
          <p:cNvPr id="11" name="Picture Placeholder 12">
            <a:extLst>
              <a:ext uri="{FF2B5EF4-FFF2-40B4-BE49-F238E27FC236}">
                <a16:creationId xmlns:a16="http://schemas.microsoft.com/office/drawing/2014/main" id="{C4D67A29-84BF-4B3C-8E13-8B398FB189A6}"/>
              </a:ext>
            </a:extLst>
          </p:cNvPr>
          <p:cNvSpPr>
            <a:spLocks noGrp="1"/>
          </p:cNvSpPr>
          <p:nvPr>
            <p:ph type="pic" sz="quarter" idx="16"/>
          </p:nvPr>
        </p:nvSpPr>
        <p:spPr>
          <a:xfrm>
            <a:off x="6529609" y="2048577"/>
            <a:ext cx="2095499" cy="2094799"/>
          </a:xfrm>
          <a:custGeom>
            <a:avLst/>
            <a:gdLst>
              <a:gd name="connsiteX0" fmla="*/ 228425 w 2296954"/>
              <a:gd name="connsiteY0" fmla="*/ 0 h 2296186"/>
              <a:gd name="connsiteX1" fmla="*/ 2068529 w 2296954"/>
              <a:gd name="connsiteY1" fmla="*/ 0 h 2296186"/>
              <a:gd name="connsiteX2" fmla="*/ 2296954 w 2296954"/>
              <a:gd name="connsiteY2" fmla="*/ 228425 h 2296186"/>
              <a:gd name="connsiteX3" fmla="*/ 2296954 w 2296954"/>
              <a:gd name="connsiteY3" fmla="*/ 2067761 h 2296186"/>
              <a:gd name="connsiteX4" fmla="*/ 2068529 w 2296954"/>
              <a:gd name="connsiteY4" fmla="*/ 2296186 h 2296186"/>
              <a:gd name="connsiteX5" fmla="*/ 228425 w 2296954"/>
              <a:gd name="connsiteY5" fmla="*/ 2296186 h 2296186"/>
              <a:gd name="connsiteX6" fmla="*/ 0 w 2296954"/>
              <a:gd name="connsiteY6" fmla="*/ 2067761 h 2296186"/>
              <a:gd name="connsiteX7" fmla="*/ 0 w 2296954"/>
              <a:gd name="connsiteY7" fmla="*/ 228425 h 2296186"/>
              <a:gd name="connsiteX8" fmla="*/ 228425 w 2296954"/>
              <a:gd name="connsiteY8" fmla="*/ 0 h 229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6954" h="2296186">
                <a:moveTo>
                  <a:pt x="228425" y="0"/>
                </a:moveTo>
                <a:lnTo>
                  <a:pt x="2068529" y="0"/>
                </a:lnTo>
                <a:cubicBezTo>
                  <a:pt x="2194685" y="0"/>
                  <a:pt x="2296954" y="102269"/>
                  <a:pt x="2296954" y="228425"/>
                </a:cubicBezTo>
                <a:lnTo>
                  <a:pt x="2296954" y="2067761"/>
                </a:lnTo>
                <a:cubicBezTo>
                  <a:pt x="2296954" y="2193917"/>
                  <a:pt x="2194685" y="2296186"/>
                  <a:pt x="2068529" y="2296186"/>
                </a:cubicBezTo>
                <a:lnTo>
                  <a:pt x="228425" y="2296186"/>
                </a:lnTo>
                <a:cubicBezTo>
                  <a:pt x="102269" y="2296186"/>
                  <a:pt x="0" y="2193917"/>
                  <a:pt x="0" y="2067761"/>
                </a:cubicBezTo>
                <a:lnTo>
                  <a:pt x="0" y="228425"/>
                </a:lnTo>
                <a:cubicBezTo>
                  <a:pt x="0" y="102269"/>
                  <a:pt x="102269" y="0"/>
                  <a:pt x="228425" y="0"/>
                </a:cubicBezTo>
                <a:close/>
              </a:path>
            </a:pathLst>
          </a:custGeom>
          <a:pattFill prst="ltUpDiag">
            <a:fgClr>
              <a:schemeClr val="accent1"/>
            </a:fgClr>
            <a:bgClr>
              <a:schemeClr val="bg1"/>
            </a:bgClr>
          </a:pattFill>
        </p:spPr>
        <p:txBody>
          <a:bodyPr wrap="square">
            <a:noAutofit/>
          </a:bodyPr>
          <a:lstStyle>
            <a:lvl1pPr>
              <a:defRPr sz="1400"/>
            </a:lvl1pPr>
          </a:lstStyle>
          <a:p>
            <a:endParaRPr lang="en-ID"/>
          </a:p>
        </p:txBody>
      </p:sp>
      <p:sp>
        <p:nvSpPr>
          <p:cNvPr id="12" name="Picture Placeholder 12">
            <a:extLst>
              <a:ext uri="{FF2B5EF4-FFF2-40B4-BE49-F238E27FC236}">
                <a16:creationId xmlns:a16="http://schemas.microsoft.com/office/drawing/2014/main" id="{8732191E-82E1-4CBA-B2EC-FC401F0314ED}"/>
              </a:ext>
            </a:extLst>
          </p:cNvPr>
          <p:cNvSpPr>
            <a:spLocks noGrp="1"/>
          </p:cNvSpPr>
          <p:nvPr>
            <p:ph type="pic" sz="quarter" idx="17"/>
          </p:nvPr>
        </p:nvSpPr>
        <p:spPr>
          <a:xfrm>
            <a:off x="9525002" y="2048577"/>
            <a:ext cx="2095499" cy="2094799"/>
          </a:xfrm>
          <a:custGeom>
            <a:avLst/>
            <a:gdLst>
              <a:gd name="connsiteX0" fmla="*/ 228425 w 2296954"/>
              <a:gd name="connsiteY0" fmla="*/ 0 h 2296186"/>
              <a:gd name="connsiteX1" fmla="*/ 2068529 w 2296954"/>
              <a:gd name="connsiteY1" fmla="*/ 0 h 2296186"/>
              <a:gd name="connsiteX2" fmla="*/ 2296954 w 2296954"/>
              <a:gd name="connsiteY2" fmla="*/ 228425 h 2296186"/>
              <a:gd name="connsiteX3" fmla="*/ 2296954 w 2296954"/>
              <a:gd name="connsiteY3" fmla="*/ 2067761 h 2296186"/>
              <a:gd name="connsiteX4" fmla="*/ 2068529 w 2296954"/>
              <a:gd name="connsiteY4" fmla="*/ 2296186 h 2296186"/>
              <a:gd name="connsiteX5" fmla="*/ 228425 w 2296954"/>
              <a:gd name="connsiteY5" fmla="*/ 2296186 h 2296186"/>
              <a:gd name="connsiteX6" fmla="*/ 0 w 2296954"/>
              <a:gd name="connsiteY6" fmla="*/ 2067761 h 2296186"/>
              <a:gd name="connsiteX7" fmla="*/ 0 w 2296954"/>
              <a:gd name="connsiteY7" fmla="*/ 228425 h 2296186"/>
              <a:gd name="connsiteX8" fmla="*/ 228425 w 2296954"/>
              <a:gd name="connsiteY8" fmla="*/ 0 h 229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6954" h="2296186">
                <a:moveTo>
                  <a:pt x="228425" y="0"/>
                </a:moveTo>
                <a:lnTo>
                  <a:pt x="2068529" y="0"/>
                </a:lnTo>
                <a:cubicBezTo>
                  <a:pt x="2194685" y="0"/>
                  <a:pt x="2296954" y="102269"/>
                  <a:pt x="2296954" y="228425"/>
                </a:cubicBezTo>
                <a:lnTo>
                  <a:pt x="2296954" y="2067761"/>
                </a:lnTo>
                <a:cubicBezTo>
                  <a:pt x="2296954" y="2193917"/>
                  <a:pt x="2194685" y="2296186"/>
                  <a:pt x="2068529" y="2296186"/>
                </a:cubicBezTo>
                <a:lnTo>
                  <a:pt x="228425" y="2296186"/>
                </a:lnTo>
                <a:cubicBezTo>
                  <a:pt x="102269" y="2296186"/>
                  <a:pt x="0" y="2193917"/>
                  <a:pt x="0" y="2067761"/>
                </a:cubicBezTo>
                <a:lnTo>
                  <a:pt x="0" y="228425"/>
                </a:lnTo>
                <a:cubicBezTo>
                  <a:pt x="0" y="102269"/>
                  <a:pt x="102269" y="0"/>
                  <a:pt x="228425" y="0"/>
                </a:cubicBezTo>
                <a:close/>
              </a:path>
            </a:pathLst>
          </a:custGeom>
          <a:pattFill prst="ltUpDiag">
            <a:fgClr>
              <a:schemeClr val="accent1"/>
            </a:fgClr>
            <a:bgClr>
              <a:schemeClr val="bg1"/>
            </a:bgClr>
          </a:pattFill>
        </p:spPr>
        <p:txBody>
          <a:bodyPr wrap="square">
            <a:noAutofit/>
          </a:bodyPr>
          <a:lstStyle>
            <a:lvl1pPr>
              <a:defRPr sz="1400"/>
            </a:lvl1pPr>
          </a:lstStyle>
          <a:p>
            <a:endParaRPr lang="en-ID"/>
          </a:p>
        </p:txBody>
      </p:sp>
      <p:sp>
        <p:nvSpPr>
          <p:cNvPr id="14" name="Text Placeholder 10">
            <a:extLst>
              <a:ext uri="{FF2B5EF4-FFF2-40B4-BE49-F238E27FC236}">
                <a16:creationId xmlns:a16="http://schemas.microsoft.com/office/drawing/2014/main" id="{EA775E42-7835-4B7D-9E95-AAB9EE57FA5F}"/>
              </a:ext>
            </a:extLst>
          </p:cNvPr>
          <p:cNvSpPr>
            <a:spLocks noGrp="1"/>
          </p:cNvSpPr>
          <p:nvPr>
            <p:ph type="body" sz="quarter" idx="18" hasCustomPrompt="1"/>
          </p:nvPr>
        </p:nvSpPr>
        <p:spPr>
          <a:xfrm>
            <a:off x="571500" y="5029202"/>
            <a:ext cx="2095499" cy="1612898"/>
          </a:xfrm>
          <a:prstGeom prst="rect">
            <a:avLst/>
          </a:prstGeom>
        </p:spPr>
        <p:txBody>
          <a:bodyPr/>
          <a:lstStyle>
            <a:lvl1pPr marL="0" indent="0" algn="ctr">
              <a:lnSpc>
                <a:spcPct val="150000"/>
              </a:lnSpc>
              <a:buClr>
                <a:schemeClr val="accent3"/>
              </a:buClr>
              <a:buFont typeface="Wingdings" panose="05000000000000000000" pitchFamily="2" charset="2"/>
              <a:buNone/>
              <a:defRPr sz="1400" b="0">
                <a:solidFill>
                  <a:schemeClr val="tx1"/>
                </a:solidFill>
              </a:defRPr>
            </a:lvl1pPr>
          </a:lstStyle>
          <a:p>
            <a:pPr lvl="0"/>
            <a:r>
              <a:rPr lang="en-US"/>
              <a:t>Edit text</a:t>
            </a:r>
          </a:p>
        </p:txBody>
      </p:sp>
      <p:sp>
        <p:nvSpPr>
          <p:cNvPr id="15" name="Text Placeholder 10">
            <a:extLst>
              <a:ext uri="{FF2B5EF4-FFF2-40B4-BE49-F238E27FC236}">
                <a16:creationId xmlns:a16="http://schemas.microsoft.com/office/drawing/2014/main" id="{045FF8CB-083B-4183-9EB9-458B8F592EF1}"/>
              </a:ext>
            </a:extLst>
          </p:cNvPr>
          <p:cNvSpPr>
            <a:spLocks noGrp="1"/>
          </p:cNvSpPr>
          <p:nvPr>
            <p:ph type="body" sz="quarter" idx="19" hasCustomPrompt="1"/>
          </p:nvPr>
        </p:nvSpPr>
        <p:spPr>
          <a:xfrm>
            <a:off x="3566895" y="4368802"/>
            <a:ext cx="2095499" cy="546098"/>
          </a:xfrm>
          <a:prstGeom prst="rect">
            <a:avLst/>
          </a:prstGeom>
        </p:spPr>
        <p:txBody>
          <a:bodyPr/>
          <a:lstStyle>
            <a:lvl1pPr marL="0" indent="0" algn="ctr">
              <a:buClr>
                <a:schemeClr val="accent3"/>
              </a:buClr>
              <a:buFont typeface="Wingdings" panose="05000000000000000000" pitchFamily="2" charset="2"/>
              <a:buNone/>
              <a:defRPr sz="1800" b="1">
                <a:solidFill>
                  <a:schemeClr val="accent3"/>
                </a:solidFill>
              </a:defRPr>
            </a:lvl1pPr>
          </a:lstStyle>
          <a:p>
            <a:pPr lvl="0"/>
            <a:r>
              <a:rPr lang="en-US"/>
              <a:t>Edit text</a:t>
            </a:r>
          </a:p>
        </p:txBody>
      </p:sp>
      <p:sp>
        <p:nvSpPr>
          <p:cNvPr id="16" name="Text Placeholder 10">
            <a:extLst>
              <a:ext uri="{FF2B5EF4-FFF2-40B4-BE49-F238E27FC236}">
                <a16:creationId xmlns:a16="http://schemas.microsoft.com/office/drawing/2014/main" id="{A381EE88-5311-4916-B3D7-824A40DF960C}"/>
              </a:ext>
            </a:extLst>
          </p:cNvPr>
          <p:cNvSpPr>
            <a:spLocks noGrp="1"/>
          </p:cNvSpPr>
          <p:nvPr>
            <p:ph type="body" sz="quarter" idx="20" hasCustomPrompt="1"/>
          </p:nvPr>
        </p:nvSpPr>
        <p:spPr>
          <a:xfrm>
            <a:off x="3566894" y="5029202"/>
            <a:ext cx="2095499" cy="1612898"/>
          </a:xfrm>
          <a:prstGeom prst="rect">
            <a:avLst/>
          </a:prstGeom>
        </p:spPr>
        <p:txBody>
          <a:bodyPr/>
          <a:lstStyle>
            <a:lvl1pPr marL="0" indent="0" algn="ctr">
              <a:lnSpc>
                <a:spcPct val="150000"/>
              </a:lnSpc>
              <a:buClr>
                <a:schemeClr val="accent3"/>
              </a:buClr>
              <a:buFont typeface="Wingdings" panose="05000000000000000000" pitchFamily="2" charset="2"/>
              <a:buNone/>
              <a:defRPr sz="1400" b="0">
                <a:solidFill>
                  <a:schemeClr val="tx1"/>
                </a:solidFill>
              </a:defRPr>
            </a:lvl1pPr>
          </a:lstStyle>
          <a:p>
            <a:pPr lvl="0"/>
            <a:r>
              <a:rPr lang="en-US"/>
              <a:t>Edit text</a:t>
            </a:r>
          </a:p>
        </p:txBody>
      </p:sp>
      <p:sp>
        <p:nvSpPr>
          <p:cNvPr id="19" name="Text Placeholder 10">
            <a:extLst>
              <a:ext uri="{FF2B5EF4-FFF2-40B4-BE49-F238E27FC236}">
                <a16:creationId xmlns:a16="http://schemas.microsoft.com/office/drawing/2014/main" id="{621ED938-0E9B-4CD6-9798-CD2BB6D383CF}"/>
              </a:ext>
            </a:extLst>
          </p:cNvPr>
          <p:cNvSpPr>
            <a:spLocks noGrp="1"/>
          </p:cNvSpPr>
          <p:nvPr>
            <p:ph type="body" sz="quarter" idx="21" hasCustomPrompt="1"/>
          </p:nvPr>
        </p:nvSpPr>
        <p:spPr>
          <a:xfrm>
            <a:off x="6529606" y="4324352"/>
            <a:ext cx="2095499" cy="546098"/>
          </a:xfrm>
          <a:prstGeom prst="rect">
            <a:avLst/>
          </a:prstGeom>
        </p:spPr>
        <p:txBody>
          <a:bodyPr/>
          <a:lstStyle>
            <a:lvl1pPr marL="0" indent="0" algn="ctr">
              <a:buClr>
                <a:schemeClr val="accent3"/>
              </a:buClr>
              <a:buFont typeface="Wingdings" panose="05000000000000000000" pitchFamily="2" charset="2"/>
              <a:buNone/>
              <a:defRPr sz="1800" b="1">
                <a:solidFill>
                  <a:schemeClr val="accent2"/>
                </a:solidFill>
              </a:defRPr>
            </a:lvl1pPr>
          </a:lstStyle>
          <a:p>
            <a:pPr lvl="0"/>
            <a:r>
              <a:rPr lang="en-US"/>
              <a:t>Edit text</a:t>
            </a:r>
          </a:p>
        </p:txBody>
      </p:sp>
      <p:sp>
        <p:nvSpPr>
          <p:cNvPr id="20" name="Text Placeholder 10">
            <a:extLst>
              <a:ext uri="{FF2B5EF4-FFF2-40B4-BE49-F238E27FC236}">
                <a16:creationId xmlns:a16="http://schemas.microsoft.com/office/drawing/2014/main" id="{31BAADC9-2EB8-4ABE-9625-9D0665A65336}"/>
              </a:ext>
            </a:extLst>
          </p:cNvPr>
          <p:cNvSpPr>
            <a:spLocks noGrp="1"/>
          </p:cNvSpPr>
          <p:nvPr>
            <p:ph type="body" sz="quarter" idx="22" hasCustomPrompt="1"/>
          </p:nvPr>
        </p:nvSpPr>
        <p:spPr>
          <a:xfrm>
            <a:off x="6529605" y="4984752"/>
            <a:ext cx="2095499" cy="1612898"/>
          </a:xfrm>
          <a:prstGeom prst="rect">
            <a:avLst/>
          </a:prstGeom>
        </p:spPr>
        <p:txBody>
          <a:bodyPr/>
          <a:lstStyle>
            <a:lvl1pPr marL="0" indent="0" algn="ctr">
              <a:lnSpc>
                <a:spcPct val="150000"/>
              </a:lnSpc>
              <a:buClr>
                <a:schemeClr val="accent3"/>
              </a:buClr>
              <a:buFont typeface="Wingdings" panose="05000000000000000000" pitchFamily="2" charset="2"/>
              <a:buNone/>
              <a:defRPr sz="1400" b="0">
                <a:solidFill>
                  <a:schemeClr val="tx1"/>
                </a:solidFill>
              </a:defRPr>
            </a:lvl1pPr>
          </a:lstStyle>
          <a:p>
            <a:pPr lvl="0"/>
            <a:r>
              <a:rPr lang="en-US"/>
              <a:t>Edit text</a:t>
            </a:r>
          </a:p>
        </p:txBody>
      </p:sp>
      <p:sp>
        <p:nvSpPr>
          <p:cNvPr id="21" name="Text Placeholder 10">
            <a:extLst>
              <a:ext uri="{FF2B5EF4-FFF2-40B4-BE49-F238E27FC236}">
                <a16:creationId xmlns:a16="http://schemas.microsoft.com/office/drawing/2014/main" id="{D2D9CF60-BF52-40D2-8156-81EC2383D4F1}"/>
              </a:ext>
            </a:extLst>
          </p:cNvPr>
          <p:cNvSpPr>
            <a:spLocks noGrp="1"/>
          </p:cNvSpPr>
          <p:nvPr>
            <p:ph type="body" sz="quarter" idx="23" hasCustomPrompt="1"/>
          </p:nvPr>
        </p:nvSpPr>
        <p:spPr>
          <a:xfrm>
            <a:off x="9525000" y="4324352"/>
            <a:ext cx="2095499" cy="546098"/>
          </a:xfrm>
          <a:prstGeom prst="rect">
            <a:avLst/>
          </a:prstGeom>
        </p:spPr>
        <p:txBody>
          <a:bodyPr/>
          <a:lstStyle>
            <a:lvl1pPr marL="0" indent="0" algn="ctr">
              <a:buClr>
                <a:schemeClr val="accent3"/>
              </a:buClr>
              <a:buFont typeface="Wingdings" panose="05000000000000000000" pitchFamily="2" charset="2"/>
              <a:buNone/>
              <a:defRPr sz="1800" b="1">
                <a:solidFill>
                  <a:schemeClr val="accent3"/>
                </a:solidFill>
              </a:defRPr>
            </a:lvl1pPr>
          </a:lstStyle>
          <a:p>
            <a:pPr lvl="0"/>
            <a:r>
              <a:rPr lang="en-US"/>
              <a:t>Edit text</a:t>
            </a:r>
          </a:p>
        </p:txBody>
      </p:sp>
      <p:sp>
        <p:nvSpPr>
          <p:cNvPr id="22" name="Text Placeholder 10">
            <a:extLst>
              <a:ext uri="{FF2B5EF4-FFF2-40B4-BE49-F238E27FC236}">
                <a16:creationId xmlns:a16="http://schemas.microsoft.com/office/drawing/2014/main" id="{1518CDD2-B5B6-47E3-B3B6-FBED2BD45106}"/>
              </a:ext>
            </a:extLst>
          </p:cNvPr>
          <p:cNvSpPr>
            <a:spLocks noGrp="1"/>
          </p:cNvSpPr>
          <p:nvPr>
            <p:ph type="body" sz="quarter" idx="24" hasCustomPrompt="1"/>
          </p:nvPr>
        </p:nvSpPr>
        <p:spPr>
          <a:xfrm>
            <a:off x="9524999" y="4984752"/>
            <a:ext cx="2095499" cy="1612898"/>
          </a:xfrm>
          <a:prstGeom prst="rect">
            <a:avLst/>
          </a:prstGeom>
        </p:spPr>
        <p:txBody>
          <a:bodyPr/>
          <a:lstStyle>
            <a:lvl1pPr marL="0" indent="0" algn="ctr">
              <a:lnSpc>
                <a:spcPct val="150000"/>
              </a:lnSpc>
              <a:buClr>
                <a:schemeClr val="accent3"/>
              </a:buClr>
              <a:buFont typeface="Wingdings" panose="05000000000000000000" pitchFamily="2" charset="2"/>
              <a:buNone/>
              <a:defRPr sz="1400" b="0">
                <a:solidFill>
                  <a:schemeClr val="tx1"/>
                </a:solidFill>
              </a:defRPr>
            </a:lvl1pPr>
          </a:lstStyle>
          <a:p>
            <a:pPr lvl="0"/>
            <a:r>
              <a:rPr lang="en-US"/>
              <a:t>Edit text</a:t>
            </a:r>
          </a:p>
        </p:txBody>
      </p:sp>
      <p:pic>
        <p:nvPicPr>
          <p:cNvPr id="23" name="Picture 22">
            <a:extLst>
              <a:ext uri="{FF2B5EF4-FFF2-40B4-BE49-F238E27FC236}">
                <a16:creationId xmlns:a16="http://schemas.microsoft.com/office/drawing/2014/main" id="{FA81A1DC-882E-41A2-AE4A-CE161ACC8EE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
        <p:nvSpPr>
          <p:cNvPr id="24" name="Oval 23">
            <a:extLst>
              <a:ext uri="{FF2B5EF4-FFF2-40B4-BE49-F238E27FC236}">
                <a16:creationId xmlns:a16="http://schemas.microsoft.com/office/drawing/2014/main" id="{01448CD0-47ED-476A-9655-56067E01C6E0}"/>
              </a:ext>
            </a:extLst>
          </p:cNvPr>
          <p:cNvSpPr/>
          <p:nvPr userDrawn="1"/>
        </p:nvSpPr>
        <p:spPr>
          <a:xfrm>
            <a:off x="104898" y="77387"/>
            <a:ext cx="386163" cy="386163"/>
          </a:xfrm>
          <a:prstGeom prst="ellipse">
            <a:avLst/>
          </a:prstGeom>
          <a:gradFill flip="none" rotWithShape="1">
            <a:gsLst>
              <a:gs pos="59000">
                <a:schemeClr val="accent2">
                  <a:alpha val="20000"/>
                </a:schemeClr>
              </a:gs>
              <a:gs pos="0">
                <a:schemeClr val="accent2">
                  <a:lumMod val="100000"/>
                  <a:alpha val="4000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Tree>
    <p:extLst>
      <p:ext uri="{BB962C8B-B14F-4D97-AF65-F5344CB8AC3E}">
        <p14:creationId xmlns:p14="http://schemas.microsoft.com/office/powerpoint/2010/main" val="1326054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9B5A2E8-2AAF-19A5-6E9C-12C813BD6BB1}"/>
              </a:ext>
            </a:extLst>
          </p:cNvPr>
          <p:cNvSpPr>
            <a:spLocks noGrp="1"/>
          </p:cNvSpPr>
          <p:nvPr>
            <p:ph type="pic" sz="quarter" idx="10"/>
          </p:nvPr>
        </p:nvSpPr>
        <p:spPr>
          <a:xfrm>
            <a:off x="1507357" y="1373995"/>
            <a:ext cx="4110010" cy="4110011"/>
          </a:xfrm>
          <a:custGeom>
            <a:avLst/>
            <a:gdLst>
              <a:gd name="connsiteX0" fmla="*/ 2055005 w 4110010"/>
              <a:gd name="connsiteY0" fmla="*/ 0 h 4110011"/>
              <a:gd name="connsiteX1" fmla="*/ 2351776 w 4110010"/>
              <a:gd name="connsiteY1" fmla="*/ 122927 h 4110011"/>
              <a:gd name="connsiteX2" fmla="*/ 3987084 w 4110010"/>
              <a:gd name="connsiteY2" fmla="*/ 1758235 h 4110011"/>
              <a:gd name="connsiteX3" fmla="*/ 3987084 w 4110010"/>
              <a:gd name="connsiteY3" fmla="*/ 2351777 h 4110011"/>
              <a:gd name="connsiteX4" fmla="*/ 2351776 w 4110010"/>
              <a:gd name="connsiteY4" fmla="*/ 3987085 h 4110011"/>
              <a:gd name="connsiteX5" fmla="*/ 1758234 w 4110010"/>
              <a:gd name="connsiteY5" fmla="*/ 3987085 h 4110011"/>
              <a:gd name="connsiteX6" fmla="*/ 122926 w 4110010"/>
              <a:gd name="connsiteY6" fmla="*/ 2351777 h 4110011"/>
              <a:gd name="connsiteX7" fmla="*/ 122926 w 4110010"/>
              <a:gd name="connsiteY7" fmla="*/ 1758235 h 4110011"/>
              <a:gd name="connsiteX8" fmla="*/ 1758234 w 4110010"/>
              <a:gd name="connsiteY8" fmla="*/ 122927 h 4110011"/>
              <a:gd name="connsiteX9" fmla="*/ 2055005 w 4110010"/>
              <a:gd name="connsiteY9" fmla="*/ 0 h 4110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0010" h="4110011">
                <a:moveTo>
                  <a:pt x="2055005" y="0"/>
                </a:moveTo>
                <a:cubicBezTo>
                  <a:pt x="2162415" y="0"/>
                  <a:pt x="2269825" y="40976"/>
                  <a:pt x="2351776" y="122927"/>
                </a:cubicBezTo>
                <a:lnTo>
                  <a:pt x="3987084" y="1758235"/>
                </a:lnTo>
                <a:cubicBezTo>
                  <a:pt x="4150986" y="1922137"/>
                  <a:pt x="4150986" y="2187875"/>
                  <a:pt x="3987084" y="2351777"/>
                </a:cubicBezTo>
                <a:lnTo>
                  <a:pt x="2351776" y="3987085"/>
                </a:lnTo>
                <a:cubicBezTo>
                  <a:pt x="2187874" y="4150987"/>
                  <a:pt x="1922136" y="4150987"/>
                  <a:pt x="1758234" y="3987085"/>
                </a:cubicBezTo>
                <a:lnTo>
                  <a:pt x="122926" y="2351777"/>
                </a:lnTo>
                <a:cubicBezTo>
                  <a:pt x="-40976" y="2187875"/>
                  <a:pt x="-40976" y="1922137"/>
                  <a:pt x="122926" y="1758235"/>
                </a:cubicBezTo>
                <a:lnTo>
                  <a:pt x="1758234" y="122927"/>
                </a:lnTo>
                <a:cubicBezTo>
                  <a:pt x="1840185" y="40976"/>
                  <a:pt x="1947595" y="0"/>
                  <a:pt x="2055005" y="0"/>
                </a:cubicBezTo>
                <a:close/>
              </a:path>
            </a:pathLst>
          </a:custGeom>
          <a:pattFill prst="ltUpDiag">
            <a:fgClr>
              <a:schemeClr val="accent1"/>
            </a:fgClr>
            <a:bgClr>
              <a:schemeClr val="bg1"/>
            </a:bgClr>
          </a:pattFill>
        </p:spPr>
        <p:txBody>
          <a:bodyPr wrap="square">
            <a:noAutofit/>
          </a:bodyPr>
          <a:lstStyle>
            <a:lvl1pPr>
              <a:defRPr sz="1400"/>
            </a:lvl1pPr>
          </a:lstStyle>
          <a:p>
            <a:endParaRPr lang="en-ID"/>
          </a:p>
        </p:txBody>
      </p:sp>
      <p:sp>
        <p:nvSpPr>
          <p:cNvPr id="3" name="Freeform: Shape 2">
            <a:extLst>
              <a:ext uri="{FF2B5EF4-FFF2-40B4-BE49-F238E27FC236}">
                <a16:creationId xmlns:a16="http://schemas.microsoft.com/office/drawing/2014/main" id="{ABBD3CFD-2F4E-4A41-BB24-DFC6DEE693B9}"/>
              </a:ext>
            </a:extLst>
          </p:cNvPr>
          <p:cNvSpPr/>
          <p:nvPr userDrawn="1"/>
        </p:nvSpPr>
        <p:spPr>
          <a:xfrm>
            <a:off x="-1" y="0"/>
            <a:ext cx="5196166" cy="6858000"/>
          </a:xfrm>
          <a:custGeom>
            <a:avLst/>
            <a:gdLst>
              <a:gd name="connsiteX0" fmla="*/ 0 w 5196166"/>
              <a:gd name="connsiteY0" fmla="*/ 0 h 6858000"/>
              <a:gd name="connsiteX1" fmla="*/ 5196166 w 5196166"/>
              <a:gd name="connsiteY1" fmla="*/ 0 h 6858000"/>
              <a:gd name="connsiteX2" fmla="*/ 2343550 w 5196166"/>
              <a:gd name="connsiteY2" fmla="*/ 2852615 h 6858000"/>
              <a:gd name="connsiteX3" fmla="*/ 2343550 w 5196166"/>
              <a:gd name="connsiteY3" fmla="*/ 4005385 h 6858000"/>
              <a:gd name="connsiteX4" fmla="*/ 5196166 w 5196166"/>
              <a:gd name="connsiteY4" fmla="*/ 6858000 h 6858000"/>
              <a:gd name="connsiteX5" fmla="*/ 0 w 5196166"/>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6166" h="6858000">
                <a:moveTo>
                  <a:pt x="0" y="0"/>
                </a:moveTo>
                <a:lnTo>
                  <a:pt x="5196166" y="0"/>
                </a:lnTo>
                <a:lnTo>
                  <a:pt x="2343550" y="2852615"/>
                </a:lnTo>
                <a:cubicBezTo>
                  <a:pt x="2025222" y="3170944"/>
                  <a:pt x="2025222" y="3687057"/>
                  <a:pt x="2343550" y="4005385"/>
                </a:cubicBezTo>
                <a:lnTo>
                  <a:pt x="5196166" y="6858000"/>
                </a:lnTo>
                <a:lnTo>
                  <a:pt x="0" y="6858000"/>
                </a:lnTo>
                <a:close/>
              </a:path>
            </a:pathLst>
          </a:custGeom>
          <a:gradFill flip="none" rotWithShape="1">
            <a:gsLst>
              <a:gs pos="0">
                <a:schemeClr val="accent1"/>
              </a:gs>
              <a:gs pos="100000">
                <a:schemeClr val="accent3"/>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4" name="Rectangle: Rounded Corners 3">
            <a:extLst>
              <a:ext uri="{FF2B5EF4-FFF2-40B4-BE49-F238E27FC236}">
                <a16:creationId xmlns:a16="http://schemas.microsoft.com/office/drawing/2014/main" id="{B0A99600-0DEF-4462-B032-8FA8BF236AE6}"/>
              </a:ext>
            </a:extLst>
          </p:cNvPr>
          <p:cNvSpPr/>
          <p:nvPr userDrawn="1"/>
        </p:nvSpPr>
        <p:spPr>
          <a:xfrm rot="2700000">
            <a:off x="939814" y="2345023"/>
            <a:ext cx="2167952" cy="2167952"/>
          </a:xfrm>
          <a:prstGeom prst="roundRect">
            <a:avLst>
              <a:gd name="adj" fmla="val 1331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68874A5B-A198-4772-8083-8FF0DF33334E}"/>
              </a:ext>
            </a:extLst>
          </p:cNvPr>
          <p:cNvSpPr/>
          <p:nvPr userDrawn="1"/>
        </p:nvSpPr>
        <p:spPr>
          <a:xfrm>
            <a:off x="8239272" y="4143376"/>
            <a:ext cx="3952729" cy="2714625"/>
          </a:xfrm>
          <a:custGeom>
            <a:avLst/>
            <a:gdLst>
              <a:gd name="connsiteX0" fmla="*/ 3105004 w 3952729"/>
              <a:gd name="connsiteY0" fmla="*/ 0 h 2714625"/>
              <a:gd name="connsiteX1" fmla="*/ 3736559 w 3952729"/>
              <a:gd name="connsiteY1" fmla="*/ 63667 h 2714625"/>
              <a:gd name="connsiteX2" fmla="*/ 3952729 w 3952729"/>
              <a:gd name="connsiteY2" fmla="*/ 119250 h 2714625"/>
              <a:gd name="connsiteX3" fmla="*/ 3952729 w 3952729"/>
              <a:gd name="connsiteY3" fmla="*/ 1517802 h 2714625"/>
              <a:gd name="connsiteX4" fmla="*/ 3815554 w 3952729"/>
              <a:gd name="connsiteY4" fmla="*/ 1451722 h 2714625"/>
              <a:gd name="connsiteX5" fmla="*/ 3105004 w 3952729"/>
              <a:gd name="connsiteY5" fmla="*/ 1308268 h 2714625"/>
              <a:gd name="connsiteX6" fmla="*/ 1361616 w 3952729"/>
              <a:gd name="connsiteY6" fmla="*/ 2590890 h 2714625"/>
              <a:gd name="connsiteX7" fmla="*/ 1329801 w 3952729"/>
              <a:gd name="connsiteY7" fmla="*/ 2714625 h 2714625"/>
              <a:gd name="connsiteX8" fmla="*/ 0 w 3952729"/>
              <a:gd name="connsiteY8" fmla="*/ 2714625 h 2714625"/>
              <a:gd name="connsiteX9" fmla="*/ 7387 w 3952729"/>
              <a:gd name="connsiteY9" fmla="*/ 2656490 h 2714625"/>
              <a:gd name="connsiteX10" fmla="*/ 3105004 w 3952729"/>
              <a:gd name="connsiteY10" fmla="*/ 0 h 271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52729" h="2714625">
                <a:moveTo>
                  <a:pt x="3105004" y="0"/>
                </a:moveTo>
                <a:cubicBezTo>
                  <a:pt x="3321343" y="0"/>
                  <a:pt x="3532561" y="21922"/>
                  <a:pt x="3736559" y="63667"/>
                </a:cubicBezTo>
                <a:lnTo>
                  <a:pt x="3952729" y="119250"/>
                </a:lnTo>
                <a:lnTo>
                  <a:pt x="3952729" y="1517802"/>
                </a:lnTo>
                <a:lnTo>
                  <a:pt x="3815554" y="1451722"/>
                </a:lnTo>
                <a:cubicBezTo>
                  <a:pt x="3597160" y="1359349"/>
                  <a:pt x="3357047" y="1308268"/>
                  <a:pt x="3105004" y="1308268"/>
                </a:cubicBezTo>
                <a:cubicBezTo>
                  <a:pt x="2285864" y="1308268"/>
                  <a:pt x="1592740" y="1847804"/>
                  <a:pt x="1361616" y="2590890"/>
                </a:cubicBezTo>
                <a:lnTo>
                  <a:pt x="1329801" y="2714625"/>
                </a:lnTo>
                <a:lnTo>
                  <a:pt x="0" y="2714625"/>
                </a:lnTo>
                <a:lnTo>
                  <a:pt x="7387" y="2656490"/>
                </a:lnTo>
                <a:cubicBezTo>
                  <a:pt x="237225" y="1152282"/>
                  <a:pt x="1536549" y="0"/>
                  <a:pt x="3105004" y="0"/>
                </a:cubicBezTo>
                <a:close/>
              </a:path>
            </a:pathLst>
          </a:custGeom>
          <a:gradFill>
            <a:gsLst>
              <a:gs pos="0">
                <a:schemeClr val="bg1">
                  <a:lumMod val="95000"/>
                  <a:alpha val="0"/>
                </a:schemeClr>
              </a:gs>
              <a:gs pos="66000">
                <a:schemeClr val="bg1">
                  <a:lumMod val="95000"/>
                  <a:alpha val="55000"/>
                </a:schemeClr>
              </a:gs>
              <a:gs pos="100000">
                <a:schemeClr val="accent2">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7" name="Oval 6">
            <a:extLst>
              <a:ext uri="{FF2B5EF4-FFF2-40B4-BE49-F238E27FC236}">
                <a16:creationId xmlns:a16="http://schemas.microsoft.com/office/drawing/2014/main" id="{8B7CC290-F8C6-4793-B5CD-D1FE1A288334}"/>
              </a:ext>
            </a:extLst>
          </p:cNvPr>
          <p:cNvSpPr/>
          <p:nvPr userDrawn="1"/>
        </p:nvSpPr>
        <p:spPr>
          <a:xfrm>
            <a:off x="2598082" y="433105"/>
            <a:ext cx="424325" cy="424325"/>
          </a:xfrm>
          <a:prstGeom prst="ellipse">
            <a:avLst/>
          </a:prstGeom>
          <a:gradFill flip="none" rotWithShape="1">
            <a:gsLst>
              <a:gs pos="59000">
                <a:schemeClr val="bg1">
                  <a:lumMod val="95000"/>
                  <a:alpha val="0"/>
                </a:schemeClr>
              </a:gs>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8" name="Oval 7">
            <a:extLst>
              <a:ext uri="{FF2B5EF4-FFF2-40B4-BE49-F238E27FC236}">
                <a16:creationId xmlns:a16="http://schemas.microsoft.com/office/drawing/2014/main" id="{313334E6-D5AC-48D5-BBA6-5ABFFE0959D4}"/>
              </a:ext>
            </a:extLst>
          </p:cNvPr>
          <p:cNvSpPr/>
          <p:nvPr userDrawn="1"/>
        </p:nvSpPr>
        <p:spPr>
          <a:xfrm>
            <a:off x="490816" y="5512457"/>
            <a:ext cx="680759" cy="680759"/>
          </a:xfrm>
          <a:prstGeom prst="ellipse">
            <a:avLst/>
          </a:prstGeom>
          <a:gradFill flip="none" rotWithShape="1">
            <a:gsLst>
              <a:gs pos="59000">
                <a:schemeClr val="bg1">
                  <a:lumMod val="95000"/>
                  <a:alpha val="0"/>
                </a:schemeClr>
              </a:gs>
              <a:gs pos="0">
                <a:schemeClr val="bg1">
                  <a:lumMod val="95000"/>
                  <a:alpha val="20000"/>
                </a:schemeClr>
              </a:gs>
              <a:gs pos="100000">
                <a:schemeClr val="accent1">
                  <a:lumMod val="20000"/>
                  <a:lumOff val="80000"/>
                  <a:alpha val="1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tx1"/>
              </a:solidFill>
            </a:endParaRPr>
          </a:p>
        </p:txBody>
      </p:sp>
      <p:sp>
        <p:nvSpPr>
          <p:cNvPr id="9" name="Text Placeholder 8">
            <a:extLst>
              <a:ext uri="{FF2B5EF4-FFF2-40B4-BE49-F238E27FC236}">
                <a16:creationId xmlns:a16="http://schemas.microsoft.com/office/drawing/2014/main" id="{979C0C69-A35C-4485-8E89-420046958AD2}"/>
              </a:ext>
            </a:extLst>
          </p:cNvPr>
          <p:cNvSpPr>
            <a:spLocks noGrp="1"/>
          </p:cNvSpPr>
          <p:nvPr>
            <p:ph type="body" sz="quarter" idx="11"/>
          </p:nvPr>
        </p:nvSpPr>
        <p:spPr>
          <a:xfrm>
            <a:off x="5784849" y="601920"/>
            <a:ext cx="6102349" cy="772075"/>
          </a:xfrm>
          <a:prstGeom prst="rect">
            <a:avLst/>
          </a:prstGeom>
        </p:spPr>
        <p:txBody>
          <a:bodyPr/>
          <a:lstStyle>
            <a:lvl1pPr marL="0" indent="0">
              <a:buNone/>
              <a:defRPr sz="2800" b="1">
                <a:solidFill>
                  <a:schemeClr val="accent4"/>
                </a:solidFill>
              </a:defRPr>
            </a:lvl1pPr>
          </a:lstStyle>
          <a:p>
            <a:pPr lvl="0"/>
            <a:r>
              <a:rPr lang="en-US"/>
              <a:t>Edit Master text styles</a:t>
            </a:r>
          </a:p>
        </p:txBody>
      </p:sp>
      <p:sp>
        <p:nvSpPr>
          <p:cNvPr id="11" name="Text Placeholder 10">
            <a:extLst>
              <a:ext uri="{FF2B5EF4-FFF2-40B4-BE49-F238E27FC236}">
                <a16:creationId xmlns:a16="http://schemas.microsoft.com/office/drawing/2014/main" id="{5AECFDF3-F818-4F24-B34B-974CD2A2C401}"/>
              </a:ext>
            </a:extLst>
          </p:cNvPr>
          <p:cNvSpPr>
            <a:spLocks noGrp="1"/>
          </p:cNvSpPr>
          <p:nvPr>
            <p:ph type="body" sz="quarter" idx="12"/>
          </p:nvPr>
        </p:nvSpPr>
        <p:spPr>
          <a:xfrm>
            <a:off x="5784849" y="1568451"/>
            <a:ext cx="6102349" cy="4718050"/>
          </a:xfrm>
          <a:prstGeom prst="rect">
            <a:avLst/>
          </a:prstGeom>
        </p:spPr>
        <p:txBody>
          <a:bodyPr/>
          <a:lstStyle>
            <a:lvl1pPr marL="228600" indent="-228600">
              <a:lnSpc>
                <a:spcPct val="150000"/>
              </a:lnSpc>
              <a:buClr>
                <a:schemeClr val="accent3"/>
              </a:buClr>
              <a:buFont typeface="Wingdings" panose="05000000000000000000" pitchFamily="2" charset="2"/>
              <a:buChar char="§"/>
              <a:defRPr sz="1600"/>
            </a:lvl1pPr>
          </a:lstStyle>
          <a:p>
            <a:pPr lvl="0"/>
            <a:r>
              <a:rPr lang="en-US"/>
              <a:t>Edit Master text styles</a:t>
            </a:r>
          </a:p>
        </p:txBody>
      </p:sp>
      <p:pic>
        <p:nvPicPr>
          <p:cNvPr id="12" name="Picture 11">
            <a:extLst>
              <a:ext uri="{FF2B5EF4-FFF2-40B4-BE49-F238E27FC236}">
                <a16:creationId xmlns:a16="http://schemas.microsoft.com/office/drawing/2014/main" id="{E2714B14-EC37-42BC-8C7A-3F7AD9CBF4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6433"/>
          <a:stretch/>
        </p:blipFill>
        <p:spPr>
          <a:xfrm>
            <a:off x="11619454" y="6198208"/>
            <a:ext cx="467206" cy="575377"/>
          </a:xfrm>
          <a:prstGeom prst="rect">
            <a:avLst/>
          </a:prstGeom>
        </p:spPr>
      </p:pic>
    </p:spTree>
    <p:extLst>
      <p:ext uri="{BB962C8B-B14F-4D97-AF65-F5344CB8AC3E}">
        <p14:creationId xmlns:p14="http://schemas.microsoft.com/office/powerpoint/2010/main" val="2627482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473058"/>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80" r:id="rId3"/>
    <p:sldLayoutId id="2147483681" r:id="rId4"/>
    <p:sldLayoutId id="2147483678" r:id="rId5"/>
    <p:sldLayoutId id="2147483674" r:id="rId6"/>
    <p:sldLayoutId id="2147483672" r:id="rId7"/>
    <p:sldLayoutId id="2147483670" r:id="rId8"/>
    <p:sldLayoutId id="2147483676" r:id="rId9"/>
    <p:sldLayoutId id="2147483677" r:id="rId10"/>
    <p:sldLayoutId id="2147483669" r:id="rId11"/>
    <p:sldLayoutId id="2147483662" r:id="rId12"/>
    <p:sldLayoutId id="2147483661" r:id="rId13"/>
    <p:sldLayoutId id="2147483657" r:id="rId14"/>
    <p:sldLayoutId id="2147483656" r:id="rId15"/>
    <p:sldLayoutId id="2147483655" r:id="rId16"/>
    <p:sldLayoutId id="2147483654" r:id="rId17"/>
    <p:sldLayoutId id="2147483653" r:id="rId18"/>
    <p:sldLayoutId id="2147483651" r:id="rId19"/>
    <p:sldLayoutId id="2147483650"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hyperlink" Target="https://github.com/qmatteoq/AgentCon2025"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085ED87-6252-44BC-B2E9-D1DB714F06EF}"/>
              </a:ext>
            </a:extLst>
          </p:cNvPr>
          <p:cNvSpPr>
            <a:spLocks noGrp="1"/>
          </p:cNvSpPr>
          <p:nvPr>
            <p:ph type="body" sz="quarter" idx="11"/>
          </p:nvPr>
        </p:nvSpPr>
        <p:spPr>
          <a:xfrm>
            <a:off x="6510069" y="2334859"/>
            <a:ext cx="5000446" cy="2150066"/>
          </a:xfrm>
        </p:spPr>
        <p:txBody>
          <a:bodyPr lIns="91440" tIns="45720" rIns="91440" bIns="45720" anchor="t"/>
          <a:lstStyle/>
          <a:p>
            <a:r>
              <a:rPr lang="en-US" b="1" dirty="0" err="1">
                <a:latin typeface="Calibri"/>
                <a:ea typeface="+mj-lt"/>
                <a:cs typeface="+mj-lt"/>
              </a:rPr>
              <a:t>Costruire</a:t>
            </a:r>
            <a:r>
              <a:rPr lang="en-US" b="1" dirty="0">
                <a:latin typeface="Calibri"/>
                <a:ea typeface="+mj-lt"/>
                <a:cs typeface="+mj-lt"/>
              </a:rPr>
              <a:t> </a:t>
            </a:r>
            <a:r>
              <a:rPr lang="en-US" b="1" dirty="0" err="1">
                <a:latin typeface="Calibri"/>
                <a:ea typeface="+mj-lt"/>
                <a:cs typeface="+mj-lt"/>
              </a:rPr>
              <a:t>sistemi</a:t>
            </a:r>
            <a:r>
              <a:rPr lang="en-US" b="1" dirty="0">
                <a:latin typeface="Calibri"/>
                <a:ea typeface="+mj-lt"/>
                <a:cs typeface="+mj-lt"/>
              </a:rPr>
              <a:t> multi-</a:t>
            </a:r>
            <a:r>
              <a:rPr lang="en-US" b="1" dirty="0" err="1">
                <a:latin typeface="Calibri"/>
                <a:ea typeface="+mj-lt"/>
                <a:cs typeface="+mj-lt"/>
              </a:rPr>
              <a:t>agente</a:t>
            </a:r>
            <a:r>
              <a:rPr lang="en-US" b="1" dirty="0">
                <a:latin typeface="Calibri"/>
                <a:ea typeface="+mj-lt"/>
                <a:cs typeface="+mj-lt"/>
              </a:rPr>
              <a:t> </a:t>
            </a:r>
            <a:r>
              <a:rPr lang="en-US" b="1" dirty="0" err="1">
                <a:latin typeface="Calibri"/>
                <a:ea typeface="+mj-lt"/>
                <a:cs typeface="+mj-lt"/>
              </a:rPr>
              <a:t>efficaci</a:t>
            </a:r>
            <a:r>
              <a:rPr lang="en-US" b="1" dirty="0">
                <a:latin typeface="Calibri"/>
                <a:ea typeface="+mj-lt"/>
                <a:cs typeface="+mj-lt"/>
              </a:rPr>
              <a:t> con Semantic Kernel: </a:t>
            </a:r>
            <a:r>
              <a:rPr lang="en-US" b="1" dirty="0" err="1">
                <a:latin typeface="Calibri"/>
                <a:ea typeface="+mj-lt"/>
                <a:cs typeface="+mj-lt"/>
              </a:rPr>
              <a:t>tecnologie</a:t>
            </a:r>
            <a:r>
              <a:rPr lang="en-US" b="1" dirty="0">
                <a:latin typeface="Calibri"/>
                <a:ea typeface="+mj-lt"/>
                <a:cs typeface="+mj-lt"/>
              </a:rPr>
              <a:t> e </a:t>
            </a:r>
            <a:r>
              <a:rPr lang="en-US" b="1" dirty="0" err="1">
                <a:latin typeface="Calibri"/>
                <a:ea typeface="+mj-lt"/>
                <a:cs typeface="+mj-lt"/>
              </a:rPr>
              <a:t>sfide</a:t>
            </a:r>
            <a:endParaRPr lang="it-IT" b="1" dirty="0">
              <a:latin typeface="Calibri"/>
              <a:ea typeface="Calibri"/>
              <a:cs typeface="Calibri"/>
            </a:endParaRPr>
          </a:p>
        </p:txBody>
      </p:sp>
      <p:pic>
        <p:nvPicPr>
          <p:cNvPr id="3" name="Picture Placeholder 2" descr="A group of robots with different colored characters&#10;&#10;AI-generated content may be incorrect.">
            <a:extLst>
              <a:ext uri="{FF2B5EF4-FFF2-40B4-BE49-F238E27FC236}">
                <a16:creationId xmlns:a16="http://schemas.microsoft.com/office/drawing/2014/main" id="{E9949030-A64D-42E6-3254-CD4A441FB388}"/>
              </a:ext>
            </a:extLst>
          </p:cNvPr>
          <p:cNvPicPr>
            <a:picLocks noGrp="1" noChangeAspect="1"/>
          </p:cNvPicPr>
          <p:nvPr>
            <p:ph type="pic" sz="quarter" idx="10"/>
          </p:nvPr>
        </p:nvPicPr>
        <p:blipFill>
          <a:blip r:embed="rId2"/>
          <a:srcRect t="7826" b="7826"/>
          <a:stretch>
            <a:fillRect/>
          </a:stretch>
        </p:blipFill>
        <p:spPr/>
      </p:pic>
      <p:pic>
        <p:nvPicPr>
          <p:cNvPr id="11" name="Picture 10">
            <a:extLst>
              <a:ext uri="{FF2B5EF4-FFF2-40B4-BE49-F238E27FC236}">
                <a16:creationId xmlns:a16="http://schemas.microsoft.com/office/drawing/2014/main" id="{BB4FBF9A-1C0A-E1FD-C9A9-163E73893878}"/>
              </a:ext>
            </a:extLst>
          </p:cNvPr>
          <p:cNvPicPr>
            <a:picLocks noChangeAspect="1"/>
          </p:cNvPicPr>
          <p:nvPr/>
        </p:nvPicPr>
        <p:blipFill>
          <a:blip r:embed="rId3"/>
          <a:stretch>
            <a:fillRect/>
          </a:stretch>
        </p:blipFill>
        <p:spPr>
          <a:xfrm>
            <a:off x="9649727" y="0"/>
            <a:ext cx="2471965" cy="1601833"/>
          </a:xfrm>
          <a:prstGeom prst="rect">
            <a:avLst/>
          </a:prstGeom>
        </p:spPr>
      </p:pic>
      <p:sp>
        <p:nvSpPr>
          <p:cNvPr id="7" name="CasellaDiTesto 6">
            <a:extLst>
              <a:ext uri="{FF2B5EF4-FFF2-40B4-BE49-F238E27FC236}">
                <a16:creationId xmlns:a16="http://schemas.microsoft.com/office/drawing/2014/main" id="{C3D52F87-C1B0-D791-DF7E-EA9D7C847381}"/>
              </a:ext>
            </a:extLst>
          </p:cNvPr>
          <p:cNvSpPr txBox="1"/>
          <p:nvPr/>
        </p:nvSpPr>
        <p:spPr>
          <a:xfrm>
            <a:off x="6010275" y="4476750"/>
            <a:ext cx="2838450"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1E224E"/>
                </a:solidFill>
                <a:latin typeface="Calibri"/>
                <a:ea typeface="Calibri"/>
                <a:cs typeface="Calibri"/>
              </a:rPr>
              <a:t>Anna Fabris</a:t>
            </a:r>
            <a:br>
              <a:rPr lang="en-US" sz="2400" dirty="0">
                <a:latin typeface="Calibri"/>
              </a:rPr>
            </a:br>
            <a:r>
              <a:rPr lang="en-US" sz="200" dirty="0">
                <a:solidFill>
                  <a:srgbClr val="1E224E"/>
                </a:solidFill>
                <a:latin typeface="Calibri"/>
                <a:ea typeface="Calibri"/>
                <a:cs typeface="Calibri"/>
              </a:rPr>
              <a:t> </a:t>
            </a:r>
            <a:endParaRPr lang="it-IT" dirty="0">
              <a:latin typeface="Calibri"/>
              <a:ea typeface="Calibri"/>
              <a:cs typeface="Calibri"/>
            </a:endParaRPr>
          </a:p>
          <a:p>
            <a:r>
              <a:rPr lang="en-US" i="1" dirty="0">
                <a:solidFill>
                  <a:srgbClr val="1E224E"/>
                </a:solidFill>
                <a:latin typeface="Calibri"/>
                <a:ea typeface="Calibri"/>
                <a:cs typeface="Calibri"/>
              </a:rPr>
              <a:t>Machine Learning Engineer</a:t>
            </a:r>
          </a:p>
          <a:p>
            <a:r>
              <a:rPr lang="en-US" i="1" dirty="0" err="1">
                <a:solidFill>
                  <a:srgbClr val="1E224E"/>
                </a:solidFill>
                <a:latin typeface="Calibri"/>
                <a:ea typeface="Calibri"/>
                <a:cs typeface="Calibri"/>
              </a:rPr>
              <a:t>Impresoft</a:t>
            </a:r>
            <a:r>
              <a:rPr lang="en-US" i="1" dirty="0">
                <a:solidFill>
                  <a:srgbClr val="1E224E"/>
                </a:solidFill>
                <a:latin typeface="Calibri"/>
                <a:ea typeface="Calibri"/>
                <a:cs typeface="Calibri"/>
              </a:rPr>
              <a:t> 4ward</a:t>
            </a:r>
            <a:endParaRPr lang="en-US" dirty="0">
              <a:latin typeface="Calibri"/>
              <a:ea typeface="Calibri"/>
              <a:cs typeface="Calibri"/>
            </a:endParaRPr>
          </a:p>
        </p:txBody>
      </p:sp>
      <p:sp>
        <p:nvSpPr>
          <p:cNvPr id="8" name="CasellaDiTesto 7">
            <a:extLst>
              <a:ext uri="{FF2B5EF4-FFF2-40B4-BE49-F238E27FC236}">
                <a16:creationId xmlns:a16="http://schemas.microsoft.com/office/drawing/2014/main" id="{E6C3DD3A-94B4-14B0-7B8D-30F5CD0CA372}"/>
              </a:ext>
            </a:extLst>
          </p:cNvPr>
          <p:cNvSpPr txBox="1"/>
          <p:nvPr/>
        </p:nvSpPr>
        <p:spPr>
          <a:xfrm>
            <a:off x="9115424" y="4476750"/>
            <a:ext cx="283845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1E224E"/>
                </a:solidFill>
                <a:latin typeface="Calibri"/>
                <a:ea typeface="Calibri"/>
                <a:cs typeface="Calibri"/>
              </a:rPr>
              <a:t>Matteo Pagani</a:t>
            </a:r>
            <a:br>
              <a:rPr lang="en-US" sz="2400" dirty="0">
                <a:latin typeface="Calibri"/>
              </a:rPr>
            </a:br>
            <a:r>
              <a:rPr lang="en-US" sz="200" dirty="0">
                <a:solidFill>
                  <a:srgbClr val="1E224E"/>
                </a:solidFill>
                <a:latin typeface="Calibri"/>
                <a:ea typeface="Calibri"/>
                <a:cs typeface="Calibri"/>
              </a:rPr>
              <a:t> </a:t>
            </a:r>
            <a:endParaRPr lang="it-IT" dirty="0">
              <a:latin typeface="Calibri"/>
              <a:ea typeface="Calibri"/>
              <a:cs typeface="Calibri"/>
            </a:endParaRPr>
          </a:p>
          <a:p>
            <a:r>
              <a:rPr lang="en-US" i="1" dirty="0">
                <a:solidFill>
                  <a:srgbClr val="1E224E"/>
                </a:solidFill>
                <a:latin typeface="Calibri"/>
                <a:ea typeface="Calibri"/>
                <a:cs typeface="Calibri"/>
              </a:rPr>
              <a:t>Cloud Solution Architect</a:t>
            </a:r>
          </a:p>
          <a:p>
            <a:r>
              <a:rPr lang="en-US" i="1" dirty="0">
                <a:solidFill>
                  <a:srgbClr val="1E224E"/>
                </a:solidFill>
                <a:latin typeface="Calibri"/>
                <a:ea typeface="+mn-lt"/>
                <a:cs typeface="+mn-lt"/>
              </a:rPr>
              <a:t>Modern Work Global CSU</a:t>
            </a:r>
          </a:p>
          <a:p>
            <a:r>
              <a:rPr lang="en-US" i="1" dirty="0">
                <a:solidFill>
                  <a:srgbClr val="1E224E"/>
                </a:solidFill>
                <a:latin typeface="Calibri"/>
                <a:ea typeface="+mn-lt"/>
                <a:cs typeface="+mn-lt"/>
              </a:rPr>
              <a:t>Microsoft</a:t>
            </a:r>
            <a:endParaRPr lang="en-US" dirty="0">
              <a:latin typeface="Calibri"/>
            </a:endParaRPr>
          </a:p>
        </p:txBody>
      </p:sp>
    </p:spTree>
    <p:extLst>
      <p:ext uri="{BB962C8B-B14F-4D97-AF65-F5344CB8AC3E}">
        <p14:creationId xmlns:p14="http://schemas.microsoft.com/office/powerpoint/2010/main" val="2588986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con angoli arrotondati 4">
            <a:extLst>
              <a:ext uri="{FF2B5EF4-FFF2-40B4-BE49-F238E27FC236}">
                <a16:creationId xmlns:a16="http://schemas.microsoft.com/office/drawing/2014/main" id="{141D4711-708B-1D24-2B11-CEF11B54307C}"/>
              </a:ext>
            </a:extLst>
          </p:cNvPr>
          <p:cNvSpPr/>
          <p:nvPr/>
        </p:nvSpPr>
        <p:spPr>
          <a:xfrm>
            <a:off x="774526" y="3347580"/>
            <a:ext cx="4887237" cy="883085"/>
          </a:xfrm>
          <a:prstGeom prst="roundRect">
            <a:avLst/>
          </a:prstGeom>
          <a:solidFill>
            <a:schemeClr val="accent3"/>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it-IT" sz="2800" b="1">
                <a:latin typeface="Calibri"/>
                <a:ea typeface="Calibri"/>
                <a:cs typeface="Calibri"/>
              </a:rPr>
              <a:t>AGENTS</a:t>
            </a:r>
          </a:p>
        </p:txBody>
      </p:sp>
      <p:sp>
        <p:nvSpPr>
          <p:cNvPr id="7" name="Text Placeholder 1">
            <a:extLst>
              <a:ext uri="{FF2B5EF4-FFF2-40B4-BE49-F238E27FC236}">
                <a16:creationId xmlns:a16="http://schemas.microsoft.com/office/drawing/2014/main" id="{4CC9AC25-068D-9C40-29B9-4A5E664F04DD}"/>
              </a:ext>
            </a:extLst>
          </p:cNvPr>
          <p:cNvSpPr>
            <a:spLocks noGrp="1"/>
          </p:cNvSpPr>
          <p:nvPr>
            <p:ph type="body" sz="quarter" idx="11"/>
          </p:nvPr>
        </p:nvSpPr>
        <p:spPr>
          <a:xfrm>
            <a:off x="775916" y="676275"/>
            <a:ext cx="7992129" cy="772075"/>
          </a:xfrm>
        </p:spPr>
        <p:txBody>
          <a:bodyPr lIns="91440" tIns="45720" rIns="91440" bIns="45720" anchor="t"/>
          <a:lstStyle/>
          <a:p>
            <a:r>
              <a:rPr lang="it-IT" sz="3200" dirty="0">
                <a:solidFill>
                  <a:schemeClr val="tx1"/>
                </a:solidFill>
                <a:latin typeface="Calibri"/>
                <a:ea typeface="Calibri"/>
                <a:cs typeface="Calibri"/>
              </a:rPr>
              <a:t>WHAT IS A MULTIAGENT SYSTEM?</a:t>
            </a:r>
            <a:endParaRPr lang="it-IT" sz="3200" b="0" dirty="0">
              <a:solidFill>
                <a:schemeClr val="tx1"/>
              </a:solidFill>
              <a:latin typeface="Calibri"/>
              <a:ea typeface="Calibri"/>
              <a:cs typeface="Calibri"/>
            </a:endParaRPr>
          </a:p>
        </p:txBody>
      </p:sp>
      <p:sp>
        <p:nvSpPr>
          <p:cNvPr id="9" name="Text Placeholder 2">
            <a:extLst>
              <a:ext uri="{FF2B5EF4-FFF2-40B4-BE49-F238E27FC236}">
                <a16:creationId xmlns:a16="http://schemas.microsoft.com/office/drawing/2014/main" id="{27D86F9B-B9E1-DED4-EB30-E49EA032B3FF}"/>
              </a:ext>
            </a:extLst>
          </p:cNvPr>
          <p:cNvSpPr txBox="1">
            <a:spLocks/>
          </p:cNvSpPr>
          <p:nvPr/>
        </p:nvSpPr>
        <p:spPr>
          <a:xfrm>
            <a:off x="775916" y="1593851"/>
            <a:ext cx="10747855" cy="86960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sz="2400" dirty="0">
                <a:latin typeface="Calibri"/>
                <a:ea typeface="+mn-lt"/>
                <a:cs typeface="+mn-lt"/>
              </a:rPr>
              <a:t>A </a:t>
            </a:r>
            <a:r>
              <a:rPr lang="it-IT" sz="2400" dirty="0" err="1">
                <a:latin typeface="Calibri"/>
                <a:ea typeface="+mn-lt"/>
                <a:cs typeface="+mn-lt"/>
              </a:rPr>
              <a:t>multiagent</a:t>
            </a:r>
            <a:r>
              <a:rPr lang="it-IT" sz="2400" dirty="0">
                <a:latin typeface="Calibri"/>
                <a:ea typeface="+mn-lt"/>
                <a:cs typeface="+mn-lt"/>
              </a:rPr>
              <a:t> system (MAS) </a:t>
            </a:r>
            <a:r>
              <a:rPr lang="it-IT" sz="2400" dirty="0" err="1">
                <a:latin typeface="Calibri"/>
                <a:ea typeface="+mn-lt"/>
                <a:cs typeface="+mn-lt"/>
              </a:rPr>
              <a:t>is</a:t>
            </a:r>
            <a:r>
              <a:rPr lang="it-IT" sz="2400" dirty="0">
                <a:latin typeface="Calibri"/>
                <a:ea typeface="+mn-lt"/>
                <a:cs typeface="+mn-lt"/>
              </a:rPr>
              <a:t> a group of </a:t>
            </a:r>
            <a:r>
              <a:rPr lang="it-IT" sz="2400" dirty="0" err="1">
                <a:latin typeface="Calibri"/>
                <a:ea typeface="+mn-lt"/>
                <a:cs typeface="+mn-lt"/>
              </a:rPr>
              <a:t>autonomous</a:t>
            </a:r>
            <a:r>
              <a:rPr lang="it-IT" sz="2400" dirty="0">
                <a:latin typeface="Calibri"/>
                <a:ea typeface="+mn-lt"/>
                <a:cs typeface="+mn-lt"/>
              </a:rPr>
              <a:t> AI agents working </a:t>
            </a:r>
            <a:r>
              <a:rPr lang="it-IT" sz="2400" dirty="0" err="1">
                <a:latin typeface="Calibri"/>
                <a:ea typeface="+mn-lt"/>
                <a:cs typeface="+mn-lt"/>
              </a:rPr>
              <a:t>together</a:t>
            </a:r>
            <a:r>
              <a:rPr lang="it-IT" sz="2400" dirty="0">
                <a:latin typeface="Calibri"/>
                <a:ea typeface="+mn-lt"/>
                <a:cs typeface="+mn-lt"/>
              </a:rPr>
              <a:t> to solve </a:t>
            </a:r>
            <a:r>
              <a:rPr lang="it-IT" sz="2400" dirty="0" err="1">
                <a:latin typeface="Calibri"/>
                <a:ea typeface="+mn-lt"/>
                <a:cs typeface="+mn-lt"/>
              </a:rPr>
              <a:t>complex</a:t>
            </a:r>
            <a:r>
              <a:rPr lang="it-IT" sz="2400" dirty="0">
                <a:latin typeface="Calibri"/>
                <a:ea typeface="+mn-lt"/>
                <a:cs typeface="+mn-lt"/>
              </a:rPr>
              <a:t> tasks.</a:t>
            </a:r>
          </a:p>
        </p:txBody>
      </p:sp>
      <p:sp>
        <p:nvSpPr>
          <p:cNvPr id="10" name="Rettangolo con angoli arrotondati 9">
            <a:extLst>
              <a:ext uri="{FF2B5EF4-FFF2-40B4-BE49-F238E27FC236}">
                <a16:creationId xmlns:a16="http://schemas.microsoft.com/office/drawing/2014/main" id="{842B78C6-BADB-4E15-2D78-1A7345642978}"/>
              </a:ext>
            </a:extLst>
          </p:cNvPr>
          <p:cNvSpPr/>
          <p:nvPr/>
        </p:nvSpPr>
        <p:spPr>
          <a:xfrm>
            <a:off x="6379923" y="3368456"/>
            <a:ext cx="4887237" cy="883085"/>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it-IT" sz="2800" b="1" dirty="0">
                <a:latin typeface="Calibri"/>
                <a:ea typeface="Calibri"/>
                <a:cs typeface="Calibri"/>
              </a:rPr>
              <a:t>INTERACTIONS</a:t>
            </a:r>
          </a:p>
        </p:txBody>
      </p:sp>
      <p:sp>
        <p:nvSpPr>
          <p:cNvPr id="11" name="CasellaDiTesto 10">
            <a:extLst>
              <a:ext uri="{FF2B5EF4-FFF2-40B4-BE49-F238E27FC236}">
                <a16:creationId xmlns:a16="http://schemas.microsoft.com/office/drawing/2014/main" id="{4E398318-48A4-5EE7-B432-81E2CB6067E6}"/>
              </a:ext>
            </a:extLst>
          </p:cNvPr>
          <p:cNvSpPr txBox="1"/>
          <p:nvPr/>
        </p:nvSpPr>
        <p:spPr>
          <a:xfrm>
            <a:off x="778702" y="4359057"/>
            <a:ext cx="4889321"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dirty="0" err="1">
                <a:latin typeface="Calibri"/>
                <a:ea typeface="Calibri"/>
                <a:cs typeface="Calibri"/>
              </a:rPr>
              <a:t>Individual</a:t>
            </a:r>
            <a:r>
              <a:rPr lang="it-IT" sz="2000" dirty="0">
                <a:latin typeface="Calibri"/>
                <a:ea typeface="Calibri"/>
                <a:cs typeface="Calibri"/>
              </a:rPr>
              <a:t> parts of the system. </a:t>
            </a:r>
            <a:endParaRPr lang="it-IT" sz="1600" dirty="0">
              <a:latin typeface="Calibri"/>
              <a:ea typeface="Calibri"/>
              <a:cs typeface="Calibri"/>
            </a:endParaRPr>
          </a:p>
          <a:p>
            <a:endParaRPr lang="it-IT" sz="2000" dirty="0">
              <a:latin typeface="Calibri"/>
              <a:ea typeface="Calibri"/>
              <a:cs typeface="Calibri"/>
            </a:endParaRPr>
          </a:p>
          <a:p>
            <a:r>
              <a:rPr lang="it-IT" sz="2000" dirty="0" err="1">
                <a:latin typeface="Calibri"/>
                <a:ea typeface="Calibri"/>
                <a:cs typeface="Calibri"/>
              </a:rPr>
              <a:t>Each</a:t>
            </a:r>
            <a:r>
              <a:rPr lang="it-IT" sz="2000" dirty="0">
                <a:latin typeface="Calibri"/>
                <a:ea typeface="Calibri"/>
                <a:cs typeface="Calibri"/>
              </a:rPr>
              <a:t> agent </a:t>
            </a:r>
            <a:r>
              <a:rPr lang="it-IT" sz="2000" dirty="0" err="1">
                <a:latin typeface="Calibri"/>
                <a:ea typeface="Calibri"/>
                <a:cs typeface="Calibri"/>
              </a:rPr>
              <a:t>has</a:t>
            </a:r>
            <a:r>
              <a:rPr lang="it-IT" sz="2000" dirty="0">
                <a:latin typeface="Calibri"/>
                <a:ea typeface="Calibri"/>
                <a:cs typeface="Calibri"/>
              </a:rPr>
              <a:t> </a:t>
            </a:r>
            <a:r>
              <a:rPr lang="it-IT" sz="2000" dirty="0" err="1">
                <a:latin typeface="Calibri"/>
                <a:ea typeface="Calibri"/>
                <a:cs typeface="Calibri"/>
              </a:rPr>
              <a:t>its</a:t>
            </a:r>
            <a:r>
              <a:rPr lang="it-IT" sz="2000" dirty="0">
                <a:latin typeface="Calibri"/>
                <a:ea typeface="Calibri"/>
                <a:cs typeface="Calibri"/>
              </a:rPr>
              <a:t> </a:t>
            </a:r>
            <a:r>
              <a:rPr lang="it-IT" sz="2000" dirty="0" err="1">
                <a:latin typeface="Calibri"/>
                <a:ea typeface="Calibri"/>
                <a:cs typeface="Calibri"/>
              </a:rPr>
              <a:t>own</a:t>
            </a:r>
            <a:r>
              <a:rPr lang="it-IT" sz="2000" dirty="0">
                <a:latin typeface="Calibri"/>
                <a:ea typeface="Calibri"/>
                <a:cs typeface="Calibri"/>
              </a:rPr>
              <a:t> </a:t>
            </a:r>
            <a:r>
              <a:rPr lang="it-IT" sz="2000" dirty="0" err="1">
                <a:latin typeface="Calibri"/>
                <a:ea typeface="Calibri"/>
                <a:cs typeface="Calibri"/>
              </a:rPr>
              <a:t>abilities</a:t>
            </a:r>
            <a:r>
              <a:rPr lang="it-IT" sz="2000" dirty="0">
                <a:latin typeface="Calibri"/>
                <a:ea typeface="Calibri"/>
                <a:cs typeface="Calibri"/>
              </a:rPr>
              <a:t>, knowledge, and goals. Agents can be </a:t>
            </a:r>
            <a:r>
              <a:rPr lang="it-IT" sz="2000" dirty="0" err="1">
                <a:latin typeface="Calibri"/>
                <a:ea typeface="Calibri"/>
                <a:cs typeface="Calibri"/>
              </a:rPr>
              <a:t>language</a:t>
            </a:r>
            <a:r>
              <a:rPr lang="it-IT" sz="2000" dirty="0">
                <a:latin typeface="Calibri"/>
                <a:ea typeface="Calibri"/>
                <a:cs typeface="Calibri"/>
              </a:rPr>
              <a:t> models, tools.​..</a:t>
            </a:r>
            <a:endParaRPr lang="it-IT" sz="1600" dirty="0">
              <a:latin typeface="Calibri"/>
              <a:ea typeface="Calibri"/>
              <a:cs typeface="Calibri"/>
            </a:endParaRPr>
          </a:p>
        </p:txBody>
      </p:sp>
      <p:sp>
        <p:nvSpPr>
          <p:cNvPr id="12" name="CasellaDiTesto 11">
            <a:extLst>
              <a:ext uri="{FF2B5EF4-FFF2-40B4-BE49-F238E27FC236}">
                <a16:creationId xmlns:a16="http://schemas.microsoft.com/office/drawing/2014/main" id="{27067F5E-DC08-1AFB-D240-80F9A14B5E62}"/>
              </a:ext>
            </a:extLst>
          </p:cNvPr>
          <p:cNvSpPr txBox="1"/>
          <p:nvPr/>
        </p:nvSpPr>
        <p:spPr>
          <a:xfrm>
            <a:off x="6384099" y="4359057"/>
            <a:ext cx="488932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2000" dirty="0">
                <a:latin typeface="Calibri"/>
                <a:ea typeface="Calibri"/>
                <a:cs typeface="Calibri"/>
              </a:rPr>
              <a:t>Agents </a:t>
            </a:r>
            <a:r>
              <a:rPr lang="it-IT" sz="2000" dirty="0" err="1">
                <a:latin typeface="Calibri"/>
                <a:ea typeface="Calibri"/>
                <a:cs typeface="Calibri"/>
              </a:rPr>
              <a:t>interact</a:t>
            </a:r>
            <a:r>
              <a:rPr lang="it-IT" sz="2000" dirty="0">
                <a:latin typeface="Calibri"/>
                <a:ea typeface="Calibri"/>
                <a:cs typeface="Calibri"/>
              </a:rPr>
              <a:t> with </a:t>
            </a:r>
            <a:r>
              <a:rPr lang="it-IT" sz="2000" dirty="0" err="1">
                <a:latin typeface="Calibri"/>
                <a:ea typeface="Calibri"/>
                <a:cs typeface="Calibri"/>
              </a:rPr>
              <a:t>each</a:t>
            </a:r>
            <a:r>
              <a:rPr lang="it-IT" sz="2000" dirty="0">
                <a:latin typeface="Calibri"/>
                <a:ea typeface="Calibri"/>
                <a:cs typeface="Calibri"/>
              </a:rPr>
              <a:t> </a:t>
            </a:r>
            <a:r>
              <a:rPr lang="it-IT" sz="2000" dirty="0" err="1">
                <a:latin typeface="Calibri"/>
                <a:ea typeface="Calibri"/>
                <a:cs typeface="Calibri"/>
              </a:rPr>
              <a:t>other</a:t>
            </a:r>
            <a:r>
              <a:rPr lang="it-IT" sz="2000" dirty="0">
                <a:latin typeface="Calibri"/>
                <a:ea typeface="Calibri"/>
                <a:cs typeface="Calibri"/>
              </a:rPr>
              <a:t> with </a:t>
            </a:r>
            <a:r>
              <a:rPr lang="it-IT" sz="2000" dirty="0" err="1">
                <a:latin typeface="Calibri"/>
                <a:ea typeface="Calibri"/>
                <a:cs typeface="Calibri"/>
              </a:rPr>
              <a:t>various</a:t>
            </a:r>
            <a:r>
              <a:rPr lang="it-IT" sz="2000" dirty="0">
                <a:latin typeface="Calibri"/>
                <a:ea typeface="Calibri"/>
                <a:cs typeface="Calibri"/>
              </a:rPr>
              <a:t> </a:t>
            </a:r>
            <a:r>
              <a:rPr lang="it-IT" sz="2000" dirty="0" err="1">
                <a:latin typeface="Calibri"/>
                <a:ea typeface="Calibri"/>
                <a:cs typeface="Calibri"/>
              </a:rPr>
              <a:t>methods</a:t>
            </a:r>
            <a:r>
              <a:rPr lang="it-IT" sz="2000" dirty="0">
                <a:latin typeface="Calibri"/>
                <a:ea typeface="Calibri"/>
                <a:cs typeface="Calibri"/>
              </a:rPr>
              <a:t>, </a:t>
            </a:r>
            <a:r>
              <a:rPr lang="it-IT" sz="2000" dirty="0" err="1">
                <a:latin typeface="Calibri"/>
                <a:ea typeface="Calibri"/>
                <a:cs typeface="Calibri"/>
              </a:rPr>
              <a:t>such</a:t>
            </a:r>
            <a:r>
              <a:rPr lang="it-IT" sz="2000" dirty="0">
                <a:latin typeface="Calibri"/>
                <a:ea typeface="Calibri"/>
                <a:cs typeface="Calibri"/>
              </a:rPr>
              <a:t> </a:t>
            </a:r>
            <a:r>
              <a:rPr lang="it-IT" sz="2000" dirty="0" err="1">
                <a:latin typeface="Calibri"/>
                <a:ea typeface="Calibri"/>
                <a:cs typeface="Calibri"/>
              </a:rPr>
              <a:t>as</a:t>
            </a:r>
            <a:r>
              <a:rPr lang="it-IT" sz="2000" dirty="0">
                <a:latin typeface="Calibri"/>
                <a:ea typeface="Calibri"/>
                <a:cs typeface="Calibri"/>
              </a:rPr>
              <a:t> </a:t>
            </a:r>
            <a:r>
              <a:rPr lang="it-IT" sz="2000" dirty="0" err="1">
                <a:latin typeface="Calibri"/>
                <a:ea typeface="Calibri"/>
                <a:cs typeface="Calibri"/>
              </a:rPr>
              <a:t>talking</a:t>
            </a:r>
            <a:r>
              <a:rPr lang="it-IT" sz="2000" dirty="0">
                <a:latin typeface="Calibri"/>
                <a:ea typeface="Calibri"/>
                <a:cs typeface="Calibri"/>
              </a:rPr>
              <a:t> to </a:t>
            </a:r>
            <a:r>
              <a:rPr lang="it-IT" sz="2000" dirty="0" err="1">
                <a:latin typeface="Calibri"/>
                <a:ea typeface="Calibri"/>
                <a:cs typeface="Calibri"/>
              </a:rPr>
              <a:t>each</a:t>
            </a:r>
            <a:r>
              <a:rPr lang="it-IT" sz="2000" dirty="0">
                <a:latin typeface="Calibri"/>
                <a:ea typeface="Calibri"/>
                <a:cs typeface="Calibri"/>
              </a:rPr>
              <a:t> </a:t>
            </a:r>
            <a:r>
              <a:rPr lang="it-IT" sz="2000" dirty="0" err="1">
                <a:latin typeface="Calibri"/>
                <a:ea typeface="Calibri"/>
                <a:cs typeface="Calibri"/>
              </a:rPr>
              <a:t>other</a:t>
            </a:r>
            <a:r>
              <a:rPr lang="it-IT" sz="2000" dirty="0">
                <a:latin typeface="Calibri"/>
                <a:ea typeface="Calibri"/>
                <a:cs typeface="Calibri"/>
              </a:rPr>
              <a:t>, working </a:t>
            </a:r>
            <a:r>
              <a:rPr lang="it-IT" sz="2000" dirty="0" err="1">
                <a:latin typeface="Calibri"/>
                <a:ea typeface="Calibri"/>
                <a:cs typeface="Calibri"/>
              </a:rPr>
              <a:t>together</a:t>
            </a:r>
            <a:r>
              <a:rPr lang="it-IT" sz="2000" dirty="0">
                <a:latin typeface="Calibri"/>
                <a:ea typeface="Calibri"/>
                <a:cs typeface="Calibri"/>
              </a:rPr>
              <a:t>, or </a:t>
            </a:r>
            <a:r>
              <a:rPr lang="it-IT" sz="2000" dirty="0" err="1">
                <a:latin typeface="Calibri"/>
                <a:ea typeface="Calibri"/>
                <a:cs typeface="Calibri"/>
              </a:rPr>
              <a:t>competing</a:t>
            </a:r>
            <a:r>
              <a:rPr lang="it-IT" sz="2000" dirty="0">
                <a:latin typeface="Calibri"/>
                <a:ea typeface="Calibri"/>
                <a:cs typeface="Calibri"/>
              </a:rPr>
              <a:t>.​</a:t>
            </a:r>
          </a:p>
        </p:txBody>
      </p:sp>
    </p:spTree>
    <p:extLst>
      <p:ext uri="{BB962C8B-B14F-4D97-AF65-F5344CB8AC3E}">
        <p14:creationId xmlns:p14="http://schemas.microsoft.com/office/powerpoint/2010/main" val="2376491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84123C-0752-87ED-CCD2-3BF32E0F0BC3}"/>
              </a:ext>
            </a:extLst>
          </p:cNvPr>
          <p:cNvSpPr>
            <a:spLocks noGrp="1"/>
          </p:cNvSpPr>
          <p:nvPr>
            <p:ph type="body" sz="quarter" idx="13"/>
          </p:nvPr>
        </p:nvSpPr>
        <p:spPr/>
        <p:txBody>
          <a:bodyPr lIns="91440" tIns="45720" rIns="91440" bIns="45720" anchor="t"/>
          <a:lstStyle/>
          <a:p>
            <a:r>
              <a:rPr lang="it-IT" sz="3200">
                <a:solidFill>
                  <a:srgbClr val="000000"/>
                </a:solidFill>
                <a:latin typeface="Calibri"/>
                <a:ea typeface="Calibri"/>
                <a:cs typeface="Calibri"/>
              </a:rPr>
              <a:t>CHALLENGES OF MULTIAGENT SYSTEMS</a:t>
            </a:r>
            <a:endParaRPr lang="it-IT" sz="3200">
              <a:latin typeface="Calibri"/>
              <a:ea typeface="Calibri"/>
              <a:cs typeface="Calibri"/>
            </a:endParaRPr>
          </a:p>
        </p:txBody>
      </p:sp>
      <p:sp>
        <p:nvSpPr>
          <p:cNvPr id="4" name="Text Placeholder 3">
            <a:extLst>
              <a:ext uri="{FF2B5EF4-FFF2-40B4-BE49-F238E27FC236}">
                <a16:creationId xmlns:a16="http://schemas.microsoft.com/office/drawing/2014/main" id="{60111A27-A36F-8510-F781-498A69268796}"/>
              </a:ext>
            </a:extLst>
          </p:cNvPr>
          <p:cNvSpPr>
            <a:spLocks noGrp="1"/>
          </p:cNvSpPr>
          <p:nvPr>
            <p:ph type="body" sz="quarter" idx="14"/>
          </p:nvPr>
        </p:nvSpPr>
        <p:spPr>
          <a:xfrm>
            <a:off x="863317" y="1911352"/>
            <a:ext cx="3028949" cy="927097"/>
          </a:xfrm>
        </p:spPr>
        <p:txBody>
          <a:bodyPr lIns="91440" tIns="45720" rIns="91440" bIns="45720" anchor="ctr"/>
          <a:lstStyle/>
          <a:p>
            <a:r>
              <a:rPr lang="it-IT" sz="2800" dirty="0">
                <a:latin typeface="Calibri"/>
                <a:ea typeface="+mn-lt"/>
                <a:cs typeface="+mn-lt"/>
              </a:rPr>
              <a:t>CONTROLLABILITY</a:t>
            </a:r>
            <a:endParaRPr lang="it-IT" dirty="0">
              <a:latin typeface="Calibri"/>
              <a:ea typeface="Calibri"/>
              <a:cs typeface="Calibri"/>
            </a:endParaRPr>
          </a:p>
        </p:txBody>
      </p:sp>
      <p:sp>
        <p:nvSpPr>
          <p:cNvPr id="8" name="Text Placeholder 7">
            <a:extLst>
              <a:ext uri="{FF2B5EF4-FFF2-40B4-BE49-F238E27FC236}">
                <a16:creationId xmlns:a16="http://schemas.microsoft.com/office/drawing/2014/main" id="{5C4184F4-D689-4754-F4A2-A044B2809E5B}"/>
              </a:ext>
            </a:extLst>
          </p:cNvPr>
          <p:cNvSpPr>
            <a:spLocks noGrp="1"/>
          </p:cNvSpPr>
          <p:nvPr>
            <p:ph type="body" sz="quarter" idx="18"/>
          </p:nvPr>
        </p:nvSpPr>
        <p:spPr>
          <a:xfrm>
            <a:off x="1034767" y="2847977"/>
            <a:ext cx="2686049" cy="717548"/>
          </a:xfrm>
        </p:spPr>
        <p:txBody>
          <a:bodyPr lIns="91440" tIns="45720" rIns="91440" bIns="45720" anchor="t"/>
          <a:lstStyle/>
          <a:p>
            <a:r>
              <a:rPr lang="it-IT" dirty="0" err="1">
                <a:latin typeface="Calibri"/>
                <a:ea typeface="Calibri"/>
                <a:cs typeface="Calibri"/>
              </a:rPr>
              <a:t>Difficulty</a:t>
            </a:r>
            <a:r>
              <a:rPr lang="it-IT" dirty="0">
                <a:latin typeface="Calibri"/>
                <a:ea typeface="Calibri"/>
                <a:cs typeface="Calibri"/>
              </a:rPr>
              <a:t> </a:t>
            </a:r>
            <a:r>
              <a:rPr lang="it-IT" sz="1500" dirty="0" err="1">
                <a:solidFill>
                  <a:srgbClr val="363737"/>
                </a:solidFill>
                <a:latin typeface="Calibri"/>
                <a:ea typeface="Calibri"/>
                <a:cs typeface="Calibri"/>
              </a:rPr>
              <a:t>having</a:t>
            </a:r>
            <a:r>
              <a:rPr lang="it-IT" sz="1500" dirty="0">
                <a:solidFill>
                  <a:srgbClr val="363737"/>
                </a:solidFill>
                <a:latin typeface="Calibri"/>
                <a:ea typeface="Calibri"/>
                <a:cs typeface="Calibri"/>
              </a:rPr>
              <a:t> control on the </a:t>
            </a:r>
            <a:r>
              <a:rPr lang="it-IT" sz="1500" dirty="0" err="1">
                <a:solidFill>
                  <a:srgbClr val="363737"/>
                </a:solidFill>
                <a:latin typeface="Calibri"/>
                <a:ea typeface="Calibri"/>
                <a:cs typeface="Calibri"/>
              </a:rPr>
              <a:t>behavior</a:t>
            </a:r>
            <a:r>
              <a:rPr lang="it-IT" sz="1500" dirty="0">
                <a:solidFill>
                  <a:srgbClr val="363737"/>
                </a:solidFill>
                <a:latin typeface="Calibri"/>
                <a:ea typeface="Calibri"/>
                <a:cs typeface="Calibri"/>
              </a:rPr>
              <a:t> of the system</a:t>
            </a:r>
            <a:endParaRPr lang="it-IT" dirty="0">
              <a:latin typeface="Calibri"/>
              <a:ea typeface="Calibri"/>
              <a:cs typeface="Calibri"/>
            </a:endParaRPr>
          </a:p>
        </p:txBody>
      </p:sp>
      <p:sp>
        <p:nvSpPr>
          <p:cNvPr id="9" name="Text Placeholder 8">
            <a:extLst>
              <a:ext uri="{FF2B5EF4-FFF2-40B4-BE49-F238E27FC236}">
                <a16:creationId xmlns:a16="http://schemas.microsoft.com/office/drawing/2014/main" id="{8E67B4EB-D88B-4CF7-A1A8-01CCECEF3656}"/>
              </a:ext>
            </a:extLst>
          </p:cNvPr>
          <p:cNvSpPr>
            <a:spLocks noGrp="1"/>
          </p:cNvSpPr>
          <p:nvPr>
            <p:ph type="body" sz="quarter" idx="19"/>
          </p:nvPr>
        </p:nvSpPr>
        <p:spPr>
          <a:xfrm>
            <a:off x="4755585" y="1949452"/>
            <a:ext cx="2686049" cy="927097"/>
          </a:xfrm>
        </p:spPr>
        <p:txBody>
          <a:bodyPr lIns="91440" tIns="45720" rIns="91440" bIns="45720" anchor="ctr"/>
          <a:lstStyle/>
          <a:p>
            <a:r>
              <a:rPr lang="it-IT" sz="2800">
                <a:latin typeface="Calibri"/>
                <a:ea typeface="Calibri"/>
                <a:cs typeface="Calibri"/>
              </a:rPr>
              <a:t>COORDINATION COMPLEXITY</a:t>
            </a:r>
          </a:p>
        </p:txBody>
      </p:sp>
      <p:sp>
        <p:nvSpPr>
          <p:cNvPr id="10" name="Text Placeholder 9">
            <a:extLst>
              <a:ext uri="{FF2B5EF4-FFF2-40B4-BE49-F238E27FC236}">
                <a16:creationId xmlns:a16="http://schemas.microsoft.com/office/drawing/2014/main" id="{586C9AC3-FA2F-EC81-D2A9-A4163FFA7064}"/>
              </a:ext>
            </a:extLst>
          </p:cNvPr>
          <p:cNvSpPr>
            <a:spLocks noGrp="1"/>
          </p:cNvSpPr>
          <p:nvPr>
            <p:ph type="body" sz="quarter" idx="20"/>
          </p:nvPr>
        </p:nvSpPr>
        <p:spPr>
          <a:xfrm>
            <a:off x="4755585" y="2847977"/>
            <a:ext cx="2686049" cy="717548"/>
          </a:xfrm>
        </p:spPr>
        <p:txBody>
          <a:bodyPr lIns="91440" tIns="45720" rIns="91440" bIns="45720" anchor="t"/>
          <a:lstStyle/>
          <a:p>
            <a:r>
              <a:rPr lang="it-IT" dirty="0" err="1">
                <a:latin typeface="Calibri"/>
                <a:ea typeface="Calibri"/>
                <a:cs typeface="Calibri"/>
              </a:rPr>
              <a:t>Preventing</a:t>
            </a:r>
            <a:r>
              <a:rPr lang="it-IT" dirty="0">
                <a:latin typeface="Calibri"/>
                <a:ea typeface="Calibri"/>
                <a:cs typeface="Calibri"/>
              </a:rPr>
              <a:t> </a:t>
            </a:r>
            <a:r>
              <a:rPr lang="it-IT" dirty="0" err="1">
                <a:latin typeface="Calibri"/>
                <a:ea typeface="Calibri"/>
                <a:cs typeface="Calibri"/>
              </a:rPr>
              <a:t>conflicts</a:t>
            </a:r>
            <a:r>
              <a:rPr lang="it-IT" dirty="0">
                <a:latin typeface="Calibri"/>
                <a:ea typeface="Calibri"/>
                <a:cs typeface="Calibri"/>
              </a:rPr>
              <a:t> and </a:t>
            </a:r>
            <a:r>
              <a:rPr lang="it-IT" dirty="0" err="1">
                <a:latin typeface="Calibri"/>
                <a:ea typeface="Calibri"/>
                <a:cs typeface="Calibri"/>
              </a:rPr>
              <a:t>ensuring</a:t>
            </a:r>
            <a:r>
              <a:rPr lang="it-IT" dirty="0">
                <a:latin typeface="Calibri"/>
                <a:ea typeface="Calibri"/>
                <a:cs typeface="Calibri"/>
              </a:rPr>
              <a:t> </a:t>
            </a:r>
            <a:r>
              <a:rPr lang="it-IT" dirty="0" err="1">
                <a:latin typeface="Calibri"/>
                <a:ea typeface="Calibri"/>
                <a:cs typeface="Calibri"/>
              </a:rPr>
              <a:t>coherent</a:t>
            </a:r>
            <a:r>
              <a:rPr lang="it-IT" dirty="0">
                <a:latin typeface="Calibri"/>
                <a:ea typeface="Calibri"/>
                <a:cs typeface="Calibri"/>
              </a:rPr>
              <a:t> </a:t>
            </a:r>
            <a:r>
              <a:rPr lang="it-IT" dirty="0" err="1">
                <a:latin typeface="Calibri"/>
                <a:ea typeface="Calibri"/>
                <a:cs typeface="Calibri"/>
              </a:rPr>
              <a:t>collective</a:t>
            </a:r>
            <a:r>
              <a:rPr lang="it-IT" dirty="0">
                <a:latin typeface="Calibri"/>
                <a:ea typeface="Calibri"/>
                <a:cs typeface="Calibri"/>
              </a:rPr>
              <a:t> </a:t>
            </a:r>
            <a:r>
              <a:rPr lang="it-IT" dirty="0" err="1">
                <a:latin typeface="Calibri"/>
                <a:ea typeface="Calibri"/>
                <a:cs typeface="Calibri"/>
              </a:rPr>
              <a:t>behavior</a:t>
            </a:r>
            <a:endParaRPr lang="it-IT" dirty="0">
              <a:latin typeface="Calibri"/>
              <a:ea typeface="Calibri"/>
              <a:cs typeface="Calibri"/>
            </a:endParaRPr>
          </a:p>
        </p:txBody>
      </p:sp>
      <p:sp>
        <p:nvSpPr>
          <p:cNvPr id="11" name="Text Placeholder 10">
            <a:extLst>
              <a:ext uri="{FF2B5EF4-FFF2-40B4-BE49-F238E27FC236}">
                <a16:creationId xmlns:a16="http://schemas.microsoft.com/office/drawing/2014/main" id="{BD0FFF72-312A-A39F-9303-3C04F17B0BAE}"/>
              </a:ext>
            </a:extLst>
          </p:cNvPr>
          <p:cNvSpPr>
            <a:spLocks noGrp="1"/>
          </p:cNvSpPr>
          <p:nvPr>
            <p:ph type="body" sz="quarter" idx="21"/>
          </p:nvPr>
        </p:nvSpPr>
        <p:spPr>
          <a:xfrm>
            <a:off x="8476402" y="1905002"/>
            <a:ext cx="2686049" cy="927097"/>
          </a:xfrm>
        </p:spPr>
        <p:txBody>
          <a:bodyPr lIns="91440" tIns="45720" rIns="91440" bIns="45720" anchor="ctr"/>
          <a:lstStyle/>
          <a:p>
            <a:r>
              <a:rPr lang="it-IT" sz="2800">
                <a:latin typeface="Calibri"/>
                <a:ea typeface="Calibri"/>
                <a:cs typeface="Calibri"/>
              </a:rPr>
              <a:t>UNPREDICTABLE BEHAVIOR</a:t>
            </a:r>
          </a:p>
        </p:txBody>
      </p:sp>
      <p:sp>
        <p:nvSpPr>
          <p:cNvPr id="12" name="Text Placeholder 11">
            <a:extLst>
              <a:ext uri="{FF2B5EF4-FFF2-40B4-BE49-F238E27FC236}">
                <a16:creationId xmlns:a16="http://schemas.microsoft.com/office/drawing/2014/main" id="{9F31FC97-3AA2-1812-2DBD-3B79091C7F9C}"/>
              </a:ext>
            </a:extLst>
          </p:cNvPr>
          <p:cNvSpPr>
            <a:spLocks noGrp="1"/>
          </p:cNvSpPr>
          <p:nvPr>
            <p:ph type="body" sz="quarter" idx="22"/>
          </p:nvPr>
        </p:nvSpPr>
        <p:spPr>
          <a:xfrm>
            <a:off x="8476402" y="2863058"/>
            <a:ext cx="2686049" cy="717548"/>
          </a:xfrm>
        </p:spPr>
        <p:txBody>
          <a:bodyPr lIns="91440" tIns="45720" rIns="91440" bIns="45720" anchor="t"/>
          <a:lstStyle/>
          <a:p>
            <a:r>
              <a:rPr lang="it-IT" dirty="0" err="1">
                <a:latin typeface="Calibri"/>
                <a:ea typeface="Calibri"/>
                <a:cs typeface="Calibri"/>
              </a:rPr>
              <a:t>Detecting</a:t>
            </a:r>
            <a:r>
              <a:rPr lang="it-IT" dirty="0">
                <a:latin typeface="Calibri"/>
                <a:ea typeface="Calibri"/>
                <a:cs typeface="Calibri"/>
              </a:rPr>
              <a:t> </a:t>
            </a:r>
            <a:r>
              <a:rPr lang="it-IT" dirty="0" err="1">
                <a:latin typeface="Calibri"/>
                <a:ea typeface="Calibri"/>
                <a:cs typeface="Calibri"/>
              </a:rPr>
              <a:t>issues</a:t>
            </a:r>
            <a:r>
              <a:rPr lang="it-IT" dirty="0">
                <a:latin typeface="Calibri"/>
                <a:ea typeface="Calibri"/>
                <a:cs typeface="Calibri"/>
              </a:rPr>
              <a:t> </a:t>
            </a:r>
            <a:r>
              <a:rPr lang="it-IT" dirty="0" err="1">
                <a:latin typeface="Calibri"/>
                <a:ea typeface="Calibri"/>
                <a:cs typeface="Calibri"/>
              </a:rPr>
              <a:t>is</a:t>
            </a:r>
            <a:r>
              <a:rPr lang="it-IT" dirty="0">
                <a:latin typeface="Calibri"/>
                <a:ea typeface="Calibri"/>
                <a:cs typeface="Calibri"/>
              </a:rPr>
              <a:t> </a:t>
            </a:r>
            <a:r>
              <a:rPr lang="it-IT" dirty="0" err="1">
                <a:latin typeface="Calibri"/>
                <a:ea typeface="Calibri"/>
                <a:cs typeface="Calibri"/>
              </a:rPr>
              <a:t>complicated</a:t>
            </a:r>
            <a:r>
              <a:rPr lang="it-IT" dirty="0">
                <a:latin typeface="Calibri"/>
                <a:ea typeface="Calibri"/>
                <a:cs typeface="Calibri"/>
              </a:rPr>
              <a:t> due to the </a:t>
            </a:r>
            <a:r>
              <a:rPr lang="it-IT" dirty="0" err="1">
                <a:latin typeface="Calibri"/>
                <a:ea typeface="Calibri"/>
                <a:cs typeface="Calibri"/>
              </a:rPr>
              <a:t>independency</a:t>
            </a:r>
            <a:r>
              <a:rPr lang="it-IT" dirty="0">
                <a:latin typeface="Calibri"/>
                <a:ea typeface="Calibri"/>
                <a:cs typeface="Calibri"/>
              </a:rPr>
              <a:t> of agents</a:t>
            </a:r>
          </a:p>
        </p:txBody>
      </p:sp>
      <p:sp>
        <p:nvSpPr>
          <p:cNvPr id="18" name="Text Placeholder 3">
            <a:extLst>
              <a:ext uri="{FF2B5EF4-FFF2-40B4-BE49-F238E27FC236}">
                <a16:creationId xmlns:a16="http://schemas.microsoft.com/office/drawing/2014/main" id="{D1A182F3-B112-A631-5021-72107E2EBCE7}"/>
              </a:ext>
            </a:extLst>
          </p:cNvPr>
          <p:cNvSpPr txBox="1">
            <a:spLocks/>
          </p:cNvSpPr>
          <p:nvPr/>
        </p:nvSpPr>
        <p:spPr>
          <a:xfrm>
            <a:off x="4755585" y="4368802"/>
            <a:ext cx="2686049" cy="927097"/>
          </a:xfrm>
          <a:prstGeom prst="rect">
            <a:avLst/>
          </a:prstGeom>
        </p:spPr>
        <p:txBody>
          <a:bodyPr lIns="91440" tIns="45720" rIns="91440" bIns="45720" anchor="ctr"/>
          <a:lstStyle>
            <a:lvl1pPr marL="0" indent="0" algn="ctr" defTabSz="914400" rtl="0" eaLnBrk="1" latinLnBrk="0" hangingPunct="1">
              <a:lnSpc>
                <a:spcPct val="90000"/>
              </a:lnSpc>
              <a:spcBef>
                <a:spcPts val="1000"/>
              </a:spcBef>
              <a:buClr>
                <a:schemeClr val="accent3"/>
              </a:buClr>
              <a:buFont typeface="Wingdings" panose="05000000000000000000" pitchFamily="2" charset="2"/>
              <a:buNone/>
              <a:defRPr sz="1800" b="1" kern="1200">
                <a:solidFill>
                  <a:schemeClr val="accent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800">
                <a:latin typeface="Calibri"/>
                <a:ea typeface="Calibri"/>
                <a:cs typeface="Calibri"/>
              </a:rPr>
              <a:t>COST</a:t>
            </a:r>
            <a:endParaRPr lang="it-IT"/>
          </a:p>
        </p:txBody>
      </p:sp>
      <p:sp>
        <p:nvSpPr>
          <p:cNvPr id="20" name="Text Placeholder 8">
            <a:extLst>
              <a:ext uri="{FF2B5EF4-FFF2-40B4-BE49-F238E27FC236}">
                <a16:creationId xmlns:a16="http://schemas.microsoft.com/office/drawing/2014/main" id="{5A9FA225-E441-43EC-BECB-FA569E67218C}"/>
              </a:ext>
            </a:extLst>
          </p:cNvPr>
          <p:cNvSpPr txBox="1">
            <a:spLocks/>
          </p:cNvSpPr>
          <p:nvPr/>
        </p:nvSpPr>
        <p:spPr>
          <a:xfrm>
            <a:off x="1034767" y="4368802"/>
            <a:ext cx="2686049" cy="927097"/>
          </a:xfrm>
          <a:prstGeom prst="rect">
            <a:avLst/>
          </a:prstGeom>
        </p:spPr>
        <p:txBody>
          <a:bodyPr lIns="91440" tIns="45720" rIns="91440" bIns="45720" anchor="ctr"/>
          <a:lstStyle>
            <a:lvl1pPr marL="0" indent="0" algn="ctr" defTabSz="914400" rtl="0" eaLnBrk="1" latinLnBrk="0" hangingPunct="1">
              <a:lnSpc>
                <a:spcPct val="90000"/>
              </a:lnSpc>
              <a:spcBef>
                <a:spcPts val="1000"/>
              </a:spcBef>
              <a:buClr>
                <a:schemeClr val="accent3"/>
              </a:buClr>
              <a:buFont typeface="Wingdings" panose="05000000000000000000" pitchFamily="2" charset="2"/>
              <a:buNone/>
              <a:defRPr sz="1800" b="1"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800">
                <a:latin typeface="Calibri"/>
                <a:ea typeface="+mn-lt"/>
                <a:cs typeface="+mn-lt"/>
              </a:rPr>
              <a:t>ERROR PROPAGATION</a:t>
            </a:r>
            <a:endParaRPr lang="it-IT">
              <a:latin typeface="Calibri"/>
              <a:ea typeface="Calibri"/>
              <a:cs typeface="Calibri"/>
            </a:endParaRPr>
          </a:p>
        </p:txBody>
      </p:sp>
      <p:sp>
        <p:nvSpPr>
          <p:cNvPr id="22" name="Text Placeholder 9">
            <a:extLst>
              <a:ext uri="{FF2B5EF4-FFF2-40B4-BE49-F238E27FC236}">
                <a16:creationId xmlns:a16="http://schemas.microsoft.com/office/drawing/2014/main" id="{0B64DBE6-074D-5162-4255-7ECCABB064A8}"/>
              </a:ext>
            </a:extLst>
          </p:cNvPr>
          <p:cNvSpPr txBox="1">
            <a:spLocks/>
          </p:cNvSpPr>
          <p:nvPr/>
        </p:nvSpPr>
        <p:spPr>
          <a:xfrm>
            <a:off x="4755585" y="5238752"/>
            <a:ext cx="2686049" cy="717548"/>
          </a:xfrm>
          <a:prstGeom prst="rect">
            <a:avLst/>
          </a:prstGeom>
        </p:spPr>
        <p:txBody>
          <a:bodyPr lIns="91440" tIns="45720" rIns="91440" bIns="45720" anchor="t"/>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err="1">
                <a:latin typeface="Calibri"/>
                <a:ea typeface="Calibri"/>
                <a:cs typeface="Calibri"/>
              </a:rPr>
              <a:t>Calling</a:t>
            </a:r>
            <a:r>
              <a:rPr lang="it-IT" dirty="0">
                <a:latin typeface="Calibri"/>
                <a:ea typeface="Calibri"/>
                <a:cs typeface="Calibri"/>
              </a:rPr>
              <a:t> </a:t>
            </a:r>
            <a:r>
              <a:rPr lang="it-IT" dirty="0" err="1">
                <a:latin typeface="Calibri"/>
                <a:ea typeface="Calibri"/>
                <a:cs typeface="Calibri"/>
              </a:rPr>
              <a:t>too</a:t>
            </a:r>
            <a:r>
              <a:rPr lang="it-IT" dirty="0">
                <a:latin typeface="Calibri"/>
                <a:ea typeface="Calibri"/>
                <a:cs typeface="Calibri"/>
              </a:rPr>
              <a:t> </a:t>
            </a:r>
            <a:r>
              <a:rPr lang="it-IT" dirty="0" err="1">
                <a:latin typeface="Calibri"/>
                <a:ea typeface="Calibri"/>
                <a:cs typeface="Calibri"/>
              </a:rPr>
              <a:t>many</a:t>
            </a:r>
            <a:r>
              <a:rPr lang="it-IT" dirty="0">
                <a:latin typeface="Calibri"/>
                <a:ea typeface="Calibri"/>
                <a:cs typeface="Calibri"/>
              </a:rPr>
              <a:t> LLM </a:t>
            </a:r>
            <a:r>
              <a:rPr lang="it-IT" dirty="0" err="1">
                <a:latin typeface="Calibri"/>
                <a:ea typeface="Calibri"/>
                <a:cs typeface="Calibri"/>
              </a:rPr>
              <a:t>inferences</a:t>
            </a:r>
            <a:r>
              <a:rPr lang="it-IT" dirty="0">
                <a:latin typeface="Calibri"/>
                <a:ea typeface="Calibri"/>
                <a:cs typeface="Calibri"/>
              </a:rPr>
              <a:t> can </a:t>
            </a:r>
            <a:r>
              <a:rPr lang="it-IT" dirty="0" err="1">
                <a:latin typeface="Calibri"/>
                <a:ea typeface="Calibri"/>
                <a:cs typeface="Calibri"/>
              </a:rPr>
              <a:t>become</a:t>
            </a:r>
            <a:r>
              <a:rPr lang="it-IT" dirty="0">
                <a:latin typeface="Calibri"/>
                <a:ea typeface="Calibri"/>
                <a:cs typeface="Calibri"/>
              </a:rPr>
              <a:t> </a:t>
            </a:r>
            <a:r>
              <a:rPr lang="it-IT" dirty="0" err="1">
                <a:latin typeface="Calibri"/>
                <a:ea typeface="Calibri"/>
                <a:cs typeface="Calibri"/>
              </a:rPr>
              <a:t>very</a:t>
            </a:r>
            <a:r>
              <a:rPr lang="it-IT" dirty="0">
                <a:latin typeface="Calibri"/>
                <a:ea typeface="Calibri"/>
                <a:cs typeface="Calibri"/>
              </a:rPr>
              <a:t>  </a:t>
            </a:r>
            <a:r>
              <a:rPr lang="it-IT" dirty="0" err="1">
                <a:latin typeface="Calibri"/>
                <a:ea typeface="Calibri"/>
                <a:cs typeface="Calibri"/>
              </a:rPr>
              <a:t>expensive</a:t>
            </a:r>
            <a:endParaRPr lang="it-IT" dirty="0">
              <a:latin typeface="Calibri"/>
              <a:ea typeface="Calibri"/>
              <a:cs typeface="Calibri"/>
            </a:endParaRPr>
          </a:p>
        </p:txBody>
      </p:sp>
      <p:sp>
        <p:nvSpPr>
          <p:cNvPr id="26" name="Text Placeholder 7">
            <a:extLst>
              <a:ext uri="{FF2B5EF4-FFF2-40B4-BE49-F238E27FC236}">
                <a16:creationId xmlns:a16="http://schemas.microsoft.com/office/drawing/2014/main" id="{F5F67C65-F097-C96F-F22B-0E8359F455E1}"/>
              </a:ext>
            </a:extLst>
          </p:cNvPr>
          <p:cNvSpPr txBox="1">
            <a:spLocks/>
          </p:cNvSpPr>
          <p:nvPr/>
        </p:nvSpPr>
        <p:spPr>
          <a:xfrm>
            <a:off x="1034767" y="5238752"/>
            <a:ext cx="2686049" cy="717548"/>
          </a:xfrm>
          <a:prstGeom prst="rect">
            <a:avLst/>
          </a:prstGeom>
        </p:spPr>
        <p:txBody>
          <a:bodyPr lIns="91440" tIns="45720" rIns="91440" bIns="45720" anchor="t"/>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err="1">
                <a:latin typeface="Calibri"/>
                <a:ea typeface="Calibri"/>
                <a:cs typeface="Calibri"/>
              </a:rPr>
              <a:t>Error</a:t>
            </a:r>
            <a:r>
              <a:rPr lang="it-IT" dirty="0">
                <a:latin typeface="Calibri"/>
                <a:ea typeface="Calibri"/>
                <a:cs typeface="Calibri"/>
              </a:rPr>
              <a:t> from a single LLM agent can propagate </a:t>
            </a:r>
            <a:r>
              <a:rPr lang="it-IT" dirty="0" err="1">
                <a:latin typeface="Calibri"/>
                <a:ea typeface="Calibri"/>
                <a:cs typeface="Calibri"/>
              </a:rPr>
              <a:t>through</a:t>
            </a:r>
            <a:r>
              <a:rPr lang="it-IT" dirty="0">
                <a:latin typeface="Calibri"/>
                <a:ea typeface="Calibri"/>
                <a:cs typeface="Calibri"/>
              </a:rPr>
              <a:t> the network</a:t>
            </a:r>
          </a:p>
        </p:txBody>
      </p:sp>
      <p:sp>
        <p:nvSpPr>
          <p:cNvPr id="28" name="Text Placeholder 7">
            <a:extLst>
              <a:ext uri="{FF2B5EF4-FFF2-40B4-BE49-F238E27FC236}">
                <a16:creationId xmlns:a16="http://schemas.microsoft.com/office/drawing/2014/main" id="{1D8DDF42-FA78-074C-20B6-D8BD92A3873E}"/>
              </a:ext>
            </a:extLst>
          </p:cNvPr>
          <p:cNvSpPr txBox="1">
            <a:spLocks/>
          </p:cNvSpPr>
          <p:nvPr/>
        </p:nvSpPr>
        <p:spPr>
          <a:xfrm>
            <a:off x="8476402" y="5238752"/>
            <a:ext cx="2686049" cy="717548"/>
          </a:xfrm>
          <a:prstGeom prst="rect">
            <a:avLst/>
          </a:prstGeom>
        </p:spPr>
        <p:txBody>
          <a:bodyPr lIns="91440" tIns="45720" rIns="91440" bIns="45720" anchor="t"/>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err="1">
                <a:latin typeface="Calibri"/>
                <a:ea typeface="Calibri"/>
                <a:cs typeface="Calibri"/>
              </a:rPr>
              <a:t>Avoiding</a:t>
            </a:r>
            <a:r>
              <a:rPr lang="it-IT" dirty="0">
                <a:latin typeface="Calibri"/>
                <a:ea typeface="Calibri"/>
                <a:cs typeface="Calibri"/>
              </a:rPr>
              <a:t> infinite loops in long task can be </a:t>
            </a:r>
            <a:r>
              <a:rPr lang="it-IT" dirty="0" err="1">
                <a:latin typeface="Calibri"/>
                <a:ea typeface="Calibri"/>
                <a:cs typeface="Calibri"/>
              </a:rPr>
              <a:t>challenging</a:t>
            </a:r>
            <a:r>
              <a:rPr lang="it-IT" dirty="0">
                <a:latin typeface="Calibri"/>
                <a:ea typeface="Calibri"/>
                <a:cs typeface="Calibri"/>
              </a:rPr>
              <a:t>.</a:t>
            </a:r>
          </a:p>
          <a:p>
            <a:endParaRPr lang="it-IT" dirty="0">
              <a:latin typeface="Calibri"/>
              <a:ea typeface="Calibri"/>
              <a:cs typeface="Calibri"/>
            </a:endParaRPr>
          </a:p>
          <a:p>
            <a:endParaRPr lang="it-IT" dirty="0">
              <a:latin typeface="Calibri"/>
              <a:ea typeface="Calibri"/>
              <a:cs typeface="Calibri"/>
            </a:endParaRPr>
          </a:p>
        </p:txBody>
      </p:sp>
      <p:sp>
        <p:nvSpPr>
          <p:cNvPr id="29" name="Text Placeholder 8">
            <a:extLst>
              <a:ext uri="{FF2B5EF4-FFF2-40B4-BE49-F238E27FC236}">
                <a16:creationId xmlns:a16="http://schemas.microsoft.com/office/drawing/2014/main" id="{FD03461D-97F9-DD86-745E-06BA5CC152F6}"/>
              </a:ext>
            </a:extLst>
          </p:cNvPr>
          <p:cNvSpPr txBox="1">
            <a:spLocks/>
          </p:cNvSpPr>
          <p:nvPr/>
        </p:nvSpPr>
        <p:spPr>
          <a:xfrm>
            <a:off x="8476402" y="4368802"/>
            <a:ext cx="2686049" cy="927097"/>
          </a:xfrm>
          <a:prstGeom prst="rect">
            <a:avLst/>
          </a:prstGeom>
        </p:spPr>
        <p:txBody>
          <a:bodyPr lIns="91440" tIns="45720" rIns="91440" bIns="45720" anchor="ctr"/>
          <a:lstStyle>
            <a:lvl1pPr marL="0" indent="0" algn="ctr" defTabSz="914400" rtl="0" eaLnBrk="1" latinLnBrk="0" hangingPunct="1">
              <a:lnSpc>
                <a:spcPct val="90000"/>
              </a:lnSpc>
              <a:spcBef>
                <a:spcPts val="1000"/>
              </a:spcBef>
              <a:buClr>
                <a:schemeClr val="accent3"/>
              </a:buClr>
              <a:buFont typeface="Wingdings" panose="05000000000000000000" pitchFamily="2" charset="2"/>
              <a:buNone/>
              <a:defRPr sz="1800" b="1"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800">
                <a:latin typeface="Calibri"/>
                <a:ea typeface="Calibri"/>
                <a:cs typeface="Calibri"/>
              </a:rPr>
              <a:t>TASK TERMINATION</a:t>
            </a:r>
            <a:endParaRPr lang="it-IT"/>
          </a:p>
        </p:txBody>
      </p:sp>
    </p:spTree>
    <p:extLst>
      <p:ext uri="{BB962C8B-B14F-4D97-AF65-F5344CB8AC3E}">
        <p14:creationId xmlns:p14="http://schemas.microsoft.com/office/powerpoint/2010/main" val="3997197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97D408-A562-C2AD-A7C1-003E7E70E152}"/>
              </a:ext>
            </a:extLst>
          </p:cNvPr>
          <p:cNvSpPr>
            <a:spLocks noGrp="1"/>
          </p:cNvSpPr>
          <p:nvPr>
            <p:ph type="body" sz="quarter" idx="11"/>
          </p:nvPr>
        </p:nvSpPr>
        <p:spPr/>
        <p:txBody>
          <a:bodyPr lIns="91440" tIns="45720" rIns="91440" bIns="45720" anchor="t"/>
          <a:lstStyle/>
          <a:p>
            <a:r>
              <a:rPr lang="it-IT" sz="3200" dirty="0">
                <a:latin typeface="Calibri"/>
                <a:ea typeface="+mn-lt"/>
                <a:cs typeface="+mn-lt"/>
              </a:rPr>
              <a:t>WHY NOT JUST ONE LLM? </a:t>
            </a:r>
          </a:p>
        </p:txBody>
      </p:sp>
      <p:sp>
        <p:nvSpPr>
          <p:cNvPr id="3" name="Text Placeholder 2">
            <a:extLst>
              <a:ext uri="{FF2B5EF4-FFF2-40B4-BE49-F238E27FC236}">
                <a16:creationId xmlns:a16="http://schemas.microsoft.com/office/drawing/2014/main" id="{F06BD358-817E-69B9-9AAF-E1BBA5272967}"/>
              </a:ext>
            </a:extLst>
          </p:cNvPr>
          <p:cNvSpPr>
            <a:spLocks noGrp="1"/>
          </p:cNvSpPr>
          <p:nvPr>
            <p:ph type="body" sz="quarter" idx="12"/>
          </p:nvPr>
        </p:nvSpPr>
        <p:spPr>
          <a:xfrm>
            <a:off x="796925" y="2757645"/>
            <a:ext cx="2261791" cy="909379"/>
          </a:xfrm>
        </p:spPr>
        <p:txBody>
          <a:bodyPr lIns="91440" tIns="45720" rIns="91440" bIns="45720" anchor="ctr"/>
          <a:lstStyle/>
          <a:p>
            <a:pPr algn="ctr"/>
            <a:r>
              <a:rPr lang="it-IT">
                <a:latin typeface="Calibri"/>
                <a:ea typeface="Calibri"/>
                <a:cs typeface="Calibri"/>
              </a:rPr>
              <a:t>FLEXIBILITY</a:t>
            </a:r>
          </a:p>
        </p:txBody>
      </p:sp>
      <p:sp>
        <p:nvSpPr>
          <p:cNvPr id="4" name="Text Placeholder 3">
            <a:extLst>
              <a:ext uri="{FF2B5EF4-FFF2-40B4-BE49-F238E27FC236}">
                <a16:creationId xmlns:a16="http://schemas.microsoft.com/office/drawing/2014/main" id="{8099906C-9AF9-C5A0-E64F-25F0D8DCFF88}"/>
              </a:ext>
            </a:extLst>
          </p:cNvPr>
          <p:cNvSpPr>
            <a:spLocks noGrp="1"/>
          </p:cNvSpPr>
          <p:nvPr>
            <p:ph type="body" sz="quarter" idx="13"/>
          </p:nvPr>
        </p:nvSpPr>
        <p:spPr>
          <a:xfrm>
            <a:off x="3526695" y="2757644"/>
            <a:ext cx="2280841" cy="909379"/>
          </a:xfrm>
        </p:spPr>
        <p:txBody>
          <a:bodyPr lIns="91440" tIns="45720" rIns="91440" bIns="45720" anchor="ctr"/>
          <a:lstStyle/>
          <a:p>
            <a:pPr algn="ctr"/>
            <a:r>
              <a:rPr lang="it-IT">
                <a:latin typeface="Calibri"/>
                <a:ea typeface="Calibri"/>
                <a:cs typeface="Calibri"/>
              </a:rPr>
              <a:t>SCALABILITY</a:t>
            </a:r>
          </a:p>
        </p:txBody>
      </p:sp>
      <p:sp>
        <p:nvSpPr>
          <p:cNvPr id="5" name="Text Placeholder 4">
            <a:extLst>
              <a:ext uri="{FF2B5EF4-FFF2-40B4-BE49-F238E27FC236}">
                <a16:creationId xmlns:a16="http://schemas.microsoft.com/office/drawing/2014/main" id="{C633E067-C5B7-5862-DE13-4FDAE91C8469}"/>
              </a:ext>
            </a:extLst>
          </p:cNvPr>
          <p:cNvSpPr>
            <a:spLocks noGrp="1"/>
          </p:cNvSpPr>
          <p:nvPr>
            <p:ph type="body" sz="quarter" idx="14"/>
          </p:nvPr>
        </p:nvSpPr>
        <p:spPr>
          <a:xfrm>
            <a:off x="6266968" y="2757644"/>
            <a:ext cx="2261791" cy="909379"/>
          </a:xfrm>
        </p:spPr>
        <p:txBody>
          <a:bodyPr lIns="91440" tIns="45720" rIns="91440" bIns="45720" anchor="ctr"/>
          <a:lstStyle/>
          <a:p>
            <a:pPr algn="ctr"/>
            <a:r>
              <a:rPr lang="it-IT">
                <a:latin typeface="Calibri"/>
                <a:ea typeface="Calibri"/>
                <a:cs typeface="Calibri"/>
              </a:rPr>
              <a:t>SPECIALIZATION </a:t>
            </a:r>
          </a:p>
        </p:txBody>
      </p:sp>
      <p:sp>
        <p:nvSpPr>
          <p:cNvPr id="6" name="Text Placeholder 5">
            <a:extLst>
              <a:ext uri="{FF2B5EF4-FFF2-40B4-BE49-F238E27FC236}">
                <a16:creationId xmlns:a16="http://schemas.microsoft.com/office/drawing/2014/main" id="{B7185F06-DEF3-039A-5043-69AF62272122}"/>
              </a:ext>
            </a:extLst>
          </p:cNvPr>
          <p:cNvSpPr>
            <a:spLocks noGrp="1"/>
          </p:cNvSpPr>
          <p:nvPr>
            <p:ph type="body" sz="quarter" idx="15"/>
          </p:nvPr>
        </p:nvSpPr>
        <p:spPr>
          <a:xfrm>
            <a:off x="8997715" y="2757643"/>
            <a:ext cx="2261791" cy="909379"/>
          </a:xfrm>
        </p:spPr>
        <p:txBody>
          <a:bodyPr lIns="91440" tIns="45720" rIns="91440" bIns="45720" anchor="ctr"/>
          <a:lstStyle/>
          <a:p>
            <a:pPr algn="ctr"/>
            <a:r>
              <a:rPr lang="it-IT">
                <a:latin typeface="Calibri"/>
                <a:ea typeface="Calibri"/>
                <a:cs typeface="Calibri"/>
              </a:rPr>
              <a:t>PERFORMANCE</a:t>
            </a:r>
          </a:p>
        </p:txBody>
      </p:sp>
      <p:sp>
        <p:nvSpPr>
          <p:cNvPr id="7" name="Text Placeholder 6">
            <a:extLst>
              <a:ext uri="{FF2B5EF4-FFF2-40B4-BE49-F238E27FC236}">
                <a16:creationId xmlns:a16="http://schemas.microsoft.com/office/drawing/2014/main" id="{07C35274-6C67-651D-A17F-DA9D799B35AC}"/>
              </a:ext>
            </a:extLst>
          </p:cNvPr>
          <p:cNvSpPr>
            <a:spLocks noGrp="1"/>
          </p:cNvSpPr>
          <p:nvPr>
            <p:ph type="body" sz="quarter" idx="16"/>
          </p:nvPr>
        </p:nvSpPr>
        <p:spPr>
          <a:xfrm>
            <a:off x="740168" y="3886309"/>
            <a:ext cx="2396183" cy="2254141"/>
          </a:xfrm>
        </p:spPr>
        <p:txBody>
          <a:bodyPr lIns="91440" tIns="45720" rIns="91440" bIns="45720" anchor="t"/>
          <a:lstStyle/>
          <a:p>
            <a:r>
              <a:rPr lang="it-IT" dirty="0" err="1">
                <a:latin typeface="Calibri"/>
                <a:ea typeface="Calibri"/>
                <a:cs typeface="Calibri"/>
              </a:rPr>
              <a:t>Multiagent</a:t>
            </a:r>
            <a:r>
              <a:rPr lang="it-IT" dirty="0">
                <a:latin typeface="Calibri"/>
                <a:ea typeface="Calibri"/>
                <a:cs typeface="Calibri"/>
              </a:rPr>
              <a:t> systems can </a:t>
            </a:r>
            <a:r>
              <a:rPr lang="it-IT" dirty="0" err="1">
                <a:latin typeface="Calibri"/>
                <a:ea typeface="Calibri"/>
                <a:cs typeface="Calibri"/>
              </a:rPr>
              <a:t>adjust</a:t>
            </a:r>
            <a:r>
              <a:rPr lang="it-IT" dirty="0">
                <a:latin typeface="Calibri"/>
                <a:ea typeface="Calibri"/>
                <a:cs typeface="Calibri"/>
              </a:rPr>
              <a:t> to </a:t>
            </a:r>
            <a:r>
              <a:rPr lang="it-IT" dirty="0" err="1">
                <a:latin typeface="Calibri"/>
                <a:ea typeface="Calibri"/>
                <a:cs typeface="Calibri"/>
              </a:rPr>
              <a:t>varying</a:t>
            </a:r>
            <a:r>
              <a:rPr lang="it-IT" dirty="0">
                <a:latin typeface="Calibri"/>
                <a:ea typeface="Calibri"/>
                <a:cs typeface="Calibri"/>
              </a:rPr>
              <a:t> </a:t>
            </a:r>
            <a:r>
              <a:rPr lang="it-IT" dirty="0" err="1">
                <a:latin typeface="Calibri"/>
                <a:ea typeface="Calibri"/>
                <a:cs typeface="Calibri"/>
              </a:rPr>
              <a:t>environments</a:t>
            </a:r>
            <a:r>
              <a:rPr lang="it-IT" dirty="0">
                <a:latin typeface="Calibri"/>
                <a:ea typeface="Calibri"/>
                <a:cs typeface="Calibri"/>
              </a:rPr>
              <a:t> by </a:t>
            </a:r>
            <a:r>
              <a:rPr lang="it-IT" dirty="0" err="1">
                <a:latin typeface="Calibri"/>
                <a:ea typeface="Calibri"/>
                <a:cs typeface="Calibri"/>
              </a:rPr>
              <a:t>adding</a:t>
            </a:r>
            <a:r>
              <a:rPr lang="it-IT" dirty="0">
                <a:latin typeface="Calibri"/>
                <a:ea typeface="Calibri"/>
                <a:cs typeface="Calibri"/>
              </a:rPr>
              <a:t>, </a:t>
            </a:r>
            <a:r>
              <a:rPr lang="it-IT" dirty="0" err="1">
                <a:latin typeface="Calibri"/>
                <a:ea typeface="Calibri"/>
                <a:cs typeface="Calibri"/>
              </a:rPr>
              <a:t>removing</a:t>
            </a:r>
            <a:r>
              <a:rPr lang="it-IT" dirty="0">
                <a:latin typeface="Calibri"/>
                <a:ea typeface="Calibri"/>
                <a:cs typeface="Calibri"/>
              </a:rPr>
              <a:t> or </a:t>
            </a:r>
            <a:r>
              <a:rPr lang="it-IT" dirty="0" err="1">
                <a:latin typeface="Calibri"/>
                <a:ea typeface="Calibri"/>
                <a:cs typeface="Calibri"/>
              </a:rPr>
              <a:t>adapting</a:t>
            </a:r>
            <a:r>
              <a:rPr lang="it-IT" dirty="0">
                <a:latin typeface="Calibri"/>
                <a:ea typeface="Calibri"/>
                <a:cs typeface="Calibri"/>
              </a:rPr>
              <a:t> agents.</a:t>
            </a:r>
          </a:p>
        </p:txBody>
      </p:sp>
      <p:sp>
        <p:nvSpPr>
          <p:cNvPr id="8" name="Text Placeholder 7">
            <a:extLst>
              <a:ext uri="{FF2B5EF4-FFF2-40B4-BE49-F238E27FC236}">
                <a16:creationId xmlns:a16="http://schemas.microsoft.com/office/drawing/2014/main" id="{199544F3-4663-FF99-8EA8-2E1E55DF6A31}"/>
              </a:ext>
            </a:extLst>
          </p:cNvPr>
          <p:cNvSpPr>
            <a:spLocks noGrp="1"/>
          </p:cNvSpPr>
          <p:nvPr>
            <p:ph type="body" sz="quarter" idx="17"/>
          </p:nvPr>
        </p:nvSpPr>
        <p:spPr>
          <a:xfrm>
            <a:off x="3469024" y="3910890"/>
            <a:ext cx="2406621" cy="2254141"/>
          </a:xfrm>
        </p:spPr>
        <p:txBody>
          <a:bodyPr lIns="91440" tIns="45720" rIns="91440" bIns="45720" anchor="t"/>
          <a:lstStyle/>
          <a:p>
            <a:r>
              <a:rPr lang="it-IT" dirty="0">
                <a:latin typeface="Calibri"/>
                <a:ea typeface="Calibri"/>
                <a:cs typeface="Calibri"/>
              </a:rPr>
              <a:t>A single LLM can </a:t>
            </a:r>
            <a:r>
              <a:rPr lang="it-IT" dirty="0" err="1">
                <a:latin typeface="Calibri"/>
                <a:ea typeface="Calibri"/>
                <a:cs typeface="Calibri"/>
              </a:rPr>
              <a:t>only</a:t>
            </a:r>
            <a:r>
              <a:rPr lang="it-IT" dirty="0">
                <a:latin typeface="Calibri"/>
                <a:ea typeface="Calibri"/>
                <a:cs typeface="Calibri"/>
              </a:rPr>
              <a:t> "</a:t>
            </a:r>
            <a:r>
              <a:rPr lang="it-IT" dirty="0" err="1">
                <a:latin typeface="Calibri"/>
                <a:ea typeface="Calibri"/>
                <a:cs typeface="Calibri"/>
              </a:rPr>
              <a:t>remember</a:t>
            </a:r>
            <a:r>
              <a:rPr lang="it-IT" dirty="0">
                <a:latin typeface="Calibri"/>
                <a:ea typeface="Calibri"/>
                <a:cs typeface="Calibri"/>
              </a:rPr>
              <a:t>" a limited </a:t>
            </a:r>
            <a:r>
              <a:rPr lang="it-IT" dirty="0" err="1">
                <a:latin typeface="Calibri"/>
                <a:ea typeface="Calibri"/>
                <a:cs typeface="Calibri"/>
              </a:rPr>
              <a:t>amount</a:t>
            </a:r>
            <a:r>
              <a:rPr lang="it-IT" dirty="0">
                <a:latin typeface="Calibri"/>
                <a:ea typeface="Calibri"/>
                <a:cs typeface="Calibri"/>
              </a:rPr>
              <a:t> of input (limited </a:t>
            </a:r>
            <a:r>
              <a:rPr lang="it-IT" dirty="0" err="1">
                <a:latin typeface="Calibri"/>
                <a:ea typeface="Calibri"/>
                <a:cs typeface="Calibri"/>
              </a:rPr>
              <a:t>context</a:t>
            </a:r>
            <a:r>
              <a:rPr lang="it-IT" dirty="0">
                <a:latin typeface="Calibri"/>
                <a:ea typeface="Calibri"/>
                <a:cs typeface="Calibri"/>
              </a:rPr>
              <a:t> window)</a:t>
            </a:r>
          </a:p>
        </p:txBody>
      </p:sp>
      <p:sp>
        <p:nvSpPr>
          <p:cNvPr id="9" name="Text Placeholder 8">
            <a:extLst>
              <a:ext uri="{FF2B5EF4-FFF2-40B4-BE49-F238E27FC236}">
                <a16:creationId xmlns:a16="http://schemas.microsoft.com/office/drawing/2014/main" id="{707CA435-A180-600A-E945-4F65C4E5CCEA}"/>
              </a:ext>
            </a:extLst>
          </p:cNvPr>
          <p:cNvSpPr>
            <a:spLocks noGrp="1"/>
          </p:cNvSpPr>
          <p:nvPr>
            <p:ph type="body" sz="quarter" idx="18"/>
          </p:nvPr>
        </p:nvSpPr>
        <p:spPr>
          <a:xfrm>
            <a:off x="6210210" y="3910890"/>
            <a:ext cx="2396183" cy="2254141"/>
          </a:xfrm>
        </p:spPr>
        <p:txBody>
          <a:bodyPr lIns="91440" tIns="45720" rIns="91440" bIns="45720" anchor="t"/>
          <a:lstStyle/>
          <a:p>
            <a:r>
              <a:rPr lang="it-IT" dirty="0" err="1">
                <a:latin typeface="Calibri"/>
                <a:ea typeface="Calibri"/>
                <a:cs typeface="Calibri"/>
              </a:rPr>
              <a:t>Different</a:t>
            </a:r>
            <a:r>
              <a:rPr lang="it-IT" dirty="0">
                <a:latin typeface="Calibri"/>
                <a:ea typeface="Calibri"/>
                <a:cs typeface="Calibri"/>
              </a:rPr>
              <a:t> agents can be </a:t>
            </a:r>
            <a:r>
              <a:rPr lang="it-IT" dirty="0" err="1">
                <a:latin typeface="Calibri"/>
                <a:ea typeface="Calibri"/>
                <a:cs typeface="Calibri"/>
              </a:rPr>
              <a:t>trained</a:t>
            </a:r>
            <a:r>
              <a:rPr lang="it-IT" dirty="0">
                <a:latin typeface="Calibri"/>
                <a:ea typeface="Calibri"/>
                <a:cs typeface="Calibri"/>
              </a:rPr>
              <a:t> or </a:t>
            </a:r>
            <a:r>
              <a:rPr lang="it-IT" dirty="0" err="1">
                <a:latin typeface="Calibri"/>
                <a:ea typeface="Calibri"/>
                <a:cs typeface="Calibri"/>
              </a:rPr>
              <a:t>prompted</a:t>
            </a:r>
            <a:r>
              <a:rPr lang="it-IT" dirty="0">
                <a:latin typeface="Calibri"/>
                <a:ea typeface="Calibri"/>
                <a:cs typeface="Calibri"/>
              </a:rPr>
              <a:t> to </a:t>
            </a:r>
            <a:r>
              <a:rPr lang="it-IT" dirty="0" err="1">
                <a:latin typeface="Calibri"/>
                <a:ea typeface="Calibri"/>
                <a:cs typeface="Calibri"/>
              </a:rPr>
              <a:t>excel</a:t>
            </a:r>
            <a:r>
              <a:rPr lang="it-IT" dirty="0">
                <a:latin typeface="Calibri"/>
                <a:ea typeface="Calibri"/>
                <a:cs typeface="Calibri"/>
              </a:rPr>
              <a:t> </a:t>
            </a:r>
            <a:r>
              <a:rPr lang="it-IT" dirty="0" err="1">
                <a:latin typeface="Calibri"/>
                <a:ea typeface="Calibri"/>
                <a:cs typeface="Calibri"/>
              </a:rPr>
              <a:t>at</a:t>
            </a:r>
            <a:r>
              <a:rPr lang="it-IT" dirty="0">
                <a:latin typeface="Calibri"/>
                <a:ea typeface="Calibri"/>
                <a:cs typeface="Calibri"/>
              </a:rPr>
              <a:t> </a:t>
            </a:r>
            <a:r>
              <a:rPr lang="it-IT" dirty="0" err="1">
                <a:latin typeface="Calibri"/>
                <a:ea typeface="Calibri"/>
                <a:cs typeface="Calibri"/>
              </a:rPr>
              <a:t>specific</a:t>
            </a:r>
            <a:r>
              <a:rPr lang="it-IT" dirty="0">
                <a:latin typeface="Calibri"/>
                <a:ea typeface="Calibri"/>
                <a:cs typeface="Calibri"/>
              </a:rPr>
              <a:t> tasks</a:t>
            </a:r>
          </a:p>
        </p:txBody>
      </p:sp>
      <p:sp>
        <p:nvSpPr>
          <p:cNvPr id="10" name="Text Placeholder 9">
            <a:extLst>
              <a:ext uri="{FF2B5EF4-FFF2-40B4-BE49-F238E27FC236}">
                <a16:creationId xmlns:a16="http://schemas.microsoft.com/office/drawing/2014/main" id="{3B61BCDF-0C3B-91D7-456A-9E592AB2C50A}"/>
              </a:ext>
            </a:extLst>
          </p:cNvPr>
          <p:cNvSpPr>
            <a:spLocks noGrp="1"/>
          </p:cNvSpPr>
          <p:nvPr>
            <p:ph type="body" sz="quarter" idx="19"/>
          </p:nvPr>
        </p:nvSpPr>
        <p:spPr>
          <a:xfrm>
            <a:off x="8924529" y="3886309"/>
            <a:ext cx="2406621" cy="2254141"/>
          </a:xfrm>
        </p:spPr>
        <p:txBody>
          <a:bodyPr lIns="91440" tIns="45720" rIns="91440" bIns="45720" anchor="t"/>
          <a:lstStyle/>
          <a:p>
            <a:r>
              <a:rPr lang="it-IT" dirty="0" err="1">
                <a:latin typeface="Calibri"/>
                <a:ea typeface="Calibri"/>
                <a:cs typeface="Calibri"/>
              </a:rPr>
              <a:t>Multiagent</a:t>
            </a:r>
            <a:r>
              <a:rPr lang="it-IT" dirty="0">
                <a:latin typeface="Calibri"/>
                <a:ea typeface="Calibri"/>
                <a:cs typeface="Calibri"/>
              </a:rPr>
              <a:t> frameworks </a:t>
            </a:r>
            <a:r>
              <a:rPr lang="it-IT" dirty="0" err="1">
                <a:latin typeface="Calibri"/>
                <a:ea typeface="Calibri"/>
                <a:cs typeface="Calibri"/>
              </a:rPr>
              <a:t>tend</a:t>
            </a:r>
            <a:r>
              <a:rPr lang="it-IT" dirty="0">
                <a:latin typeface="Calibri"/>
                <a:ea typeface="Calibri"/>
                <a:cs typeface="Calibri"/>
              </a:rPr>
              <a:t> to </a:t>
            </a:r>
            <a:r>
              <a:rPr lang="it-IT" dirty="0" err="1">
                <a:latin typeface="Calibri"/>
                <a:ea typeface="Calibri"/>
                <a:cs typeface="Calibri"/>
              </a:rPr>
              <a:t>outperform</a:t>
            </a:r>
            <a:r>
              <a:rPr lang="it-IT" dirty="0">
                <a:latin typeface="Calibri"/>
                <a:ea typeface="Calibri"/>
                <a:cs typeface="Calibri"/>
              </a:rPr>
              <a:t> </a:t>
            </a:r>
            <a:r>
              <a:rPr lang="it-IT" dirty="0" err="1">
                <a:latin typeface="Calibri"/>
                <a:ea typeface="Calibri"/>
                <a:cs typeface="Calibri"/>
              </a:rPr>
              <a:t>singular</a:t>
            </a:r>
            <a:r>
              <a:rPr lang="it-IT" dirty="0">
                <a:latin typeface="Calibri"/>
                <a:ea typeface="Calibri"/>
                <a:cs typeface="Calibri"/>
              </a:rPr>
              <a:t> agents</a:t>
            </a:r>
          </a:p>
        </p:txBody>
      </p:sp>
    </p:spTree>
    <p:extLst>
      <p:ext uri="{BB962C8B-B14F-4D97-AF65-F5344CB8AC3E}">
        <p14:creationId xmlns:p14="http://schemas.microsoft.com/office/powerpoint/2010/main" val="2304929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6EA6C-BAF9-F64D-B0F2-5D240E2E0A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DA0C444-754C-13CA-CC13-C3B452967A37}"/>
              </a:ext>
            </a:extLst>
          </p:cNvPr>
          <p:cNvSpPr>
            <a:spLocks noGrp="1"/>
          </p:cNvSpPr>
          <p:nvPr>
            <p:ph type="body" sz="quarter" idx="11"/>
          </p:nvPr>
        </p:nvSpPr>
        <p:spPr/>
        <p:txBody>
          <a:bodyPr lIns="91440" tIns="45720" rIns="91440" bIns="45720" anchor="t"/>
          <a:lstStyle/>
          <a:p>
            <a:r>
              <a:rPr lang="it-IT" sz="3200" dirty="0">
                <a:latin typeface="Calibri"/>
                <a:ea typeface="+mn-lt"/>
                <a:cs typeface="+mn-lt"/>
              </a:rPr>
              <a:t>ARCHITECTURE: AGENT FOREST</a:t>
            </a:r>
            <a:endParaRPr lang="it-IT" sz="3200" dirty="0">
              <a:latin typeface="Calibri"/>
              <a:ea typeface="Calibri"/>
              <a:cs typeface="Calibri"/>
            </a:endParaRPr>
          </a:p>
        </p:txBody>
      </p:sp>
      <p:sp>
        <p:nvSpPr>
          <p:cNvPr id="3" name="Text Placeholder 2">
            <a:extLst>
              <a:ext uri="{FF2B5EF4-FFF2-40B4-BE49-F238E27FC236}">
                <a16:creationId xmlns:a16="http://schemas.microsoft.com/office/drawing/2014/main" id="{F9B245DD-E381-6246-D179-82DA866BC77F}"/>
              </a:ext>
            </a:extLst>
          </p:cNvPr>
          <p:cNvSpPr>
            <a:spLocks noGrp="1"/>
          </p:cNvSpPr>
          <p:nvPr>
            <p:ph type="body" sz="quarter" idx="16"/>
          </p:nvPr>
        </p:nvSpPr>
        <p:spPr/>
        <p:txBody>
          <a:bodyPr/>
          <a:lstStyle/>
          <a:p>
            <a:endParaRPr lang="it-IT"/>
          </a:p>
        </p:txBody>
      </p:sp>
      <p:pic>
        <p:nvPicPr>
          <p:cNvPr id="4" name="Immagine 3" descr="Immagine che contiene testo, Carattere, schermata, linea&#10;&#10;Il contenuto generato dall&amp;#39;IA potrebbe non essere corretto.">
            <a:extLst>
              <a:ext uri="{FF2B5EF4-FFF2-40B4-BE49-F238E27FC236}">
                <a16:creationId xmlns:a16="http://schemas.microsoft.com/office/drawing/2014/main" id="{7BB77CB8-6906-29EB-2DF7-89629301E8EA}"/>
              </a:ext>
            </a:extLst>
          </p:cNvPr>
          <p:cNvPicPr>
            <a:picLocks noChangeAspect="1"/>
          </p:cNvPicPr>
          <p:nvPr/>
        </p:nvPicPr>
        <p:blipFill>
          <a:blip r:embed="rId3"/>
          <a:stretch>
            <a:fillRect/>
          </a:stretch>
        </p:blipFill>
        <p:spPr>
          <a:xfrm>
            <a:off x="1801130" y="2770974"/>
            <a:ext cx="3838056" cy="2970114"/>
          </a:xfrm>
          <a:prstGeom prst="rect">
            <a:avLst/>
          </a:prstGeom>
        </p:spPr>
      </p:pic>
      <p:pic>
        <p:nvPicPr>
          <p:cNvPr id="5" name="Immagine 4" descr="Immagine che contiene testo, diagramma, schermata, linea&#10;&#10;Il contenuto generato dall&amp;#39;IA potrebbe non essere corretto.">
            <a:extLst>
              <a:ext uri="{FF2B5EF4-FFF2-40B4-BE49-F238E27FC236}">
                <a16:creationId xmlns:a16="http://schemas.microsoft.com/office/drawing/2014/main" id="{01C2D068-8059-F615-B86D-CA14BF16C488}"/>
              </a:ext>
            </a:extLst>
          </p:cNvPr>
          <p:cNvPicPr>
            <a:picLocks noChangeAspect="1"/>
          </p:cNvPicPr>
          <p:nvPr/>
        </p:nvPicPr>
        <p:blipFill>
          <a:blip r:embed="rId4"/>
          <a:stretch>
            <a:fillRect/>
          </a:stretch>
        </p:blipFill>
        <p:spPr>
          <a:xfrm>
            <a:off x="2639772" y="1698010"/>
            <a:ext cx="6912456" cy="4478088"/>
          </a:xfrm>
          <a:prstGeom prst="rect">
            <a:avLst/>
          </a:prstGeom>
        </p:spPr>
      </p:pic>
      <p:sp>
        <p:nvSpPr>
          <p:cNvPr id="7" name="TextBox 6">
            <a:extLst>
              <a:ext uri="{FF2B5EF4-FFF2-40B4-BE49-F238E27FC236}">
                <a16:creationId xmlns:a16="http://schemas.microsoft.com/office/drawing/2014/main" id="{CF489281-9106-F04A-6AB7-61ED2E399BFE}"/>
              </a:ext>
            </a:extLst>
          </p:cNvPr>
          <p:cNvSpPr txBox="1"/>
          <p:nvPr/>
        </p:nvSpPr>
        <p:spPr>
          <a:xfrm>
            <a:off x="572277" y="6348994"/>
            <a:ext cx="9063335" cy="261610"/>
          </a:xfrm>
          <a:prstGeom prst="rect">
            <a:avLst/>
          </a:prstGeom>
          <a:noFill/>
        </p:spPr>
        <p:txBody>
          <a:bodyPr wrap="square">
            <a:spAutoFit/>
          </a:bodyPr>
          <a:lstStyle/>
          <a:p>
            <a:r>
              <a:rPr lang="en-GB"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Li, </a:t>
            </a:r>
            <a:r>
              <a:rPr lang="en-GB" sz="1100" b="0" i="0"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Junyou</a:t>
            </a:r>
            <a:r>
              <a:rPr lang="en-GB"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et al. "More agents is all you need." </a:t>
            </a:r>
            <a:r>
              <a:rPr lang="en-GB" sz="1100" b="0" i="1"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arXiv</a:t>
            </a:r>
            <a:r>
              <a:rPr lang="en-GB" sz="1100" b="0" i="1"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preprint arXiv:2402.05120</a:t>
            </a:r>
            <a:r>
              <a:rPr lang="en-GB"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(2024)</a:t>
            </a:r>
            <a:endParaRPr lang="it-IT" sz="1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325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56" presetClass="path" presetSubtype="0" accel="50000" decel="50000" fill="hold" nodeType="withEffect">
                                  <p:stCondLst>
                                    <p:cond delay="0"/>
                                  </p:stCondLst>
                                  <p:childTnLst>
                                    <p:animMotion origin="layout" path="M 0 0 L 0.25 -0.25 E" pathEditMode="relative" ptsTypes="">
                                      <p:cBhvr>
                                        <p:cTn id="9" dur="2000" fill="hold"/>
                                        <p:tgtEl>
                                          <p:spTgt spid="5"/>
                                        </p:tgtEl>
                                        <p:attrNameLst>
                                          <p:attrName>ppt_x</p:attrName>
                                          <p:attrName>ppt_y</p:attrName>
                                        </p:attrNameLst>
                                      </p:cBhvr>
                                    </p:animMotion>
                                  </p:childTnLst>
                                </p:cTn>
                              </p:par>
                              <p:par>
                                <p:cTn id="10" presetID="6" presetClass="emph" presetSubtype="0" fill="hold" nodeType="withEffect">
                                  <p:stCondLst>
                                    <p:cond delay="0"/>
                                  </p:stCondLst>
                                  <p:childTnLst>
                                    <p:animScale>
                                      <p:cBhvr>
                                        <p:cTn id="11" dur="2000" fill="hold"/>
                                        <p:tgtEl>
                                          <p:spTgt spid="5"/>
                                        </p:tgtEl>
                                      </p:cBhvr>
                                      <p:by x="50000" y="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35F9F4-EA2C-F767-EFDD-F9B1185CD367}"/>
              </a:ext>
            </a:extLst>
          </p:cNvPr>
          <p:cNvSpPr>
            <a:spLocks noGrp="1"/>
          </p:cNvSpPr>
          <p:nvPr>
            <p:ph type="body" sz="quarter" idx="11"/>
          </p:nvPr>
        </p:nvSpPr>
        <p:spPr/>
        <p:txBody>
          <a:bodyPr lIns="91440" tIns="45720" rIns="91440" bIns="45720" anchor="t"/>
          <a:lstStyle/>
          <a:p>
            <a:r>
              <a:rPr lang="it-IT" sz="3200">
                <a:latin typeface="Calibri"/>
                <a:ea typeface="+mn-lt"/>
                <a:cs typeface="+mn-lt"/>
              </a:rPr>
              <a:t>ARCHITECTURE: CONQUER-AND-MERGE DISCUSSION</a:t>
            </a:r>
            <a:endParaRPr lang="it-IT" sz="3200">
              <a:latin typeface="Calibri"/>
              <a:ea typeface="Calibri"/>
              <a:cs typeface="Calibri"/>
            </a:endParaRPr>
          </a:p>
        </p:txBody>
      </p:sp>
      <p:sp>
        <p:nvSpPr>
          <p:cNvPr id="3" name="Text Placeholder 2">
            <a:extLst>
              <a:ext uri="{FF2B5EF4-FFF2-40B4-BE49-F238E27FC236}">
                <a16:creationId xmlns:a16="http://schemas.microsoft.com/office/drawing/2014/main" id="{34E00051-FBCC-C6F2-7597-7728A3E4C192}"/>
              </a:ext>
            </a:extLst>
          </p:cNvPr>
          <p:cNvSpPr>
            <a:spLocks noGrp="1"/>
          </p:cNvSpPr>
          <p:nvPr>
            <p:ph type="body" sz="quarter" idx="16"/>
          </p:nvPr>
        </p:nvSpPr>
        <p:spPr/>
        <p:txBody>
          <a:bodyPr/>
          <a:lstStyle/>
          <a:p>
            <a:endParaRPr lang="it-IT"/>
          </a:p>
        </p:txBody>
      </p:sp>
      <p:pic>
        <p:nvPicPr>
          <p:cNvPr id="4" name="Immagine 3" descr="Immagine che contiene testo, schermata, Carattere, linea&#10;&#10;Il contenuto generato dall&amp;#39;IA potrebbe non essere corretto.">
            <a:extLst>
              <a:ext uri="{FF2B5EF4-FFF2-40B4-BE49-F238E27FC236}">
                <a16:creationId xmlns:a16="http://schemas.microsoft.com/office/drawing/2014/main" id="{EAEB148F-799C-3B7F-9FB8-0CCCDD59C4C0}"/>
              </a:ext>
            </a:extLst>
          </p:cNvPr>
          <p:cNvPicPr>
            <a:picLocks noChangeAspect="1"/>
          </p:cNvPicPr>
          <p:nvPr/>
        </p:nvPicPr>
        <p:blipFill>
          <a:blip r:embed="rId3"/>
          <a:stretch>
            <a:fillRect/>
          </a:stretch>
        </p:blipFill>
        <p:spPr>
          <a:xfrm>
            <a:off x="901887" y="2994025"/>
            <a:ext cx="4824412" cy="3095625"/>
          </a:xfrm>
          <a:prstGeom prst="rect">
            <a:avLst/>
          </a:prstGeom>
        </p:spPr>
      </p:pic>
      <p:pic>
        <p:nvPicPr>
          <p:cNvPr id="5" name="Immagine 4" descr="Immagine che contiene testo, schermata, diagramma&#10;&#10;Il contenuto generato dall&amp;#39;IA potrebbe non essere corretto.">
            <a:extLst>
              <a:ext uri="{FF2B5EF4-FFF2-40B4-BE49-F238E27FC236}">
                <a16:creationId xmlns:a16="http://schemas.microsoft.com/office/drawing/2014/main" id="{DDCC24B4-A2F1-BDC7-09B1-2C32624EC00F}"/>
              </a:ext>
            </a:extLst>
          </p:cNvPr>
          <p:cNvPicPr>
            <a:picLocks noChangeAspect="1"/>
          </p:cNvPicPr>
          <p:nvPr/>
        </p:nvPicPr>
        <p:blipFill>
          <a:blip r:embed="rId4"/>
          <a:stretch>
            <a:fillRect/>
          </a:stretch>
        </p:blipFill>
        <p:spPr>
          <a:xfrm>
            <a:off x="1370400" y="2290257"/>
            <a:ext cx="9324975" cy="3579809"/>
          </a:xfrm>
          <a:prstGeom prst="rect">
            <a:avLst/>
          </a:prstGeom>
        </p:spPr>
      </p:pic>
      <p:sp>
        <p:nvSpPr>
          <p:cNvPr id="7" name="TextBox 6">
            <a:extLst>
              <a:ext uri="{FF2B5EF4-FFF2-40B4-BE49-F238E27FC236}">
                <a16:creationId xmlns:a16="http://schemas.microsoft.com/office/drawing/2014/main" id="{28AE7EDE-FE36-0D75-5ABB-C172E3B83E67}"/>
              </a:ext>
            </a:extLst>
          </p:cNvPr>
          <p:cNvSpPr txBox="1"/>
          <p:nvPr/>
        </p:nvSpPr>
        <p:spPr>
          <a:xfrm>
            <a:off x="572278" y="6375864"/>
            <a:ext cx="10921219" cy="261610"/>
          </a:xfrm>
          <a:prstGeom prst="rect">
            <a:avLst/>
          </a:prstGeom>
          <a:noFill/>
        </p:spPr>
        <p:txBody>
          <a:bodyPr wrap="square">
            <a:spAutoFit/>
          </a:bodyPr>
          <a:lstStyle/>
          <a:p>
            <a:r>
              <a:rPr lang="en-GB"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Wang, </a:t>
            </a:r>
            <a:r>
              <a:rPr lang="en-GB" sz="1100" b="0" i="0"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Qineng</a:t>
            </a:r>
            <a:r>
              <a:rPr lang="en-GB"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et al. "Rethinking the bounds of LLM reasoning: Are multi-agent discussions the key?." </a:t>
            </a:r>
            <a:r>
              <a:rPr lang="en-GB" sz="1100" b="0" i="1"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arXiv</a:t>
            </a:r>
            <a:r>
              <a:rPr lang="en-GB" sz="1100" b="0" i="1"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preprint arXiv:2402.18272</a:t>
            </a:r>
            <a:r>
              <a:rPr lang="en-GB"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(2024).</a:t>
            </a:r>
            <a:endParaRPr lang="it-IT" sz="1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829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50000" y="50000"/>
                                    </p:animScale>
                                  </p:childTnLst>
                                </p:cTn>
                              </p:par>
                              <p:par>
                                <p:cTn id="7" presetID="56" presetClass="path" presetSubtype="0" accel="50000" decel="50000" fill="hold" nodeType="withEffect">
                                  <p:stCondLst>
                                    <p:cond delay="0"/>
                                  </p:stCondLst>
                                  <p:childTnLst>
                                    <p:animMotion origin="layout" path="M -1.66667E-6 2.59259E-6 L 0.25 -0.25 " pathEditMode="relative" rAng="0" ptsTypes="AA">
                                      <p:cBhvr>
                                        <p:cTn id="8" dur="2000" fill="hold"/>
                                        <p:tgtEl>
                                          <p:spTgt spid="5"/>
                                        </p:tgtEl>
                                        <p:attrNameLst>
                                          <p:attrName>ppt_x</p:attrName>
                                          <p:attrName>ppt_y</p:attrName>
                                        </p:attrNameLst>
                                      </p:cBhvr>
                                      <p:rCtr x="12500" y="-12500"/>
                                    </p:animMotion>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een robot waving with blue text&#10;&#10;AI-generated content may be incorrect.">
            <a:extLst>
              <a:ext uri="{FF2B5EF4-FFF2-40B4-BE49-F238E27FC236}">
                <a16:creationId xmlns:a16="http://schemas.microsoft.com/office/drawing/2014/main" id="{204C2283-02D2-0144-BD31-6E6C3D02A503}"/>
              </a:ext>
            </a:extLst>
          </p:cNvPr>
          <p:cNvPicPr>
            <a:picLocks noGrp="1" noChangeAspect="1"/>
          </p:cNvPicPr>
          <p:nvPr>
            <p:ph type="pic" sz="quarter" idx="10"/>
          </p:nvPr>
        </p:nvPicPr>
        <p:blipFill>
          <a:blip r:embed="rId3"/>
          <a:srcRect l="-10908" t="-19077" r="-10699" b="-2529"/>
          <a:stretch>
            <a:fillRect/>
          </a:stretch>
        </p:blipFill>
        <p:spPr>
          <a:xfrm>
            <a:off x="1294048" y="1252603"/>
            <a:ext cx="4285740" cy="4285741"/>
          </a:xfrm>
          <a:solidFill>
            <a:srgbClr val="FEF6E6"/>
          </a:solidFill>
        </p:spPr>
      </p:pic>
      <p:sp>
        <p:nvSpPr>
          <p:cNvPr id="3" name="Text Placeholder 2">
            <a:extLst>
              <a:ext uri="{FF2B5EF4-FFF2-40B4-BE49-F238E27FC236}">
                <a16:creationId xmlns:a16="http://schemas.microsoft.com/office/drawing/2014/main" id="{F38B9E16-C803-61F0-A579-0E4BFF50FF72}"/>
              </a:ext>
            </a:extLst>
          </p:cNvPr>
          <p:cNvSpPr>
            <a:spLocks noGrp="1"/>
          </p:cNvSpPr>
          <p:nvPr>
            <p:ph type="body" sz="quarter" idx="11"/>
          </p:nvPr>
        </p:nvSpPr>
        <p:spPr/>
        <p:txBody>
          <a:bodyPr/>
          <a:lstStyle/>
          <a:p>
            <a:r>
              <a:rPr lang="en-US" dirty="0"/>
              <a:t>DOMANDE?</a:t>
            </a:r>
          </a:p>
        </p:txBody>
      </p:sp>
      <p:sp>
        <p:nvSpPr>
          <p:cNvPr id="4" name="Text Placeholder 3">
            <a:extLst>
              <a:ext uri="{FF2B5EF4-FFF2-40B4-BE49-F238E27FC236}">
                <a16:creationId xmlns:a16="http://schemas.microsoft.com/office/drawing/2014/main" id="{5224DA6A-A55C-899D-BD8E-CB21F58A2247}"/>
              </a:ext>
            </a:extLst>
          </p:cNvPr>
          <p:cNvSpPr>
            <a:spLocks noGrp="1"/>
          </p:cNvSpPr>
          <p:nvPr>
            <p:ph type="body" sz="quarter" idx="12"/>
          </p:nvPr>
        </p:nvSpPr>
        <p:spPr/>
        <p:txBody>
          <a:bodyPr/>
          <a:lstStyle/>
          <a:p>
            <a:pPr marL="0" indent="0">
              <a:buNone/>
            </a:pPr>
            <a:r>
              <a:rPr lang="en-US" sz="3200" b="1" dirty="0">
                <a:latin typeface="Calibri" panose="020F0502020204030204" pitchFamily="34" charset="0"/>
                <a:ea typeface="Calibri" panose="020F0502020204030204" pitchFamily="34" charset="0"/>
                <a:cs typeface="Calibri" panose="020F0502020204030204" pitchFamily="34" charset="0"/>
              </a:rPr>
              <a:t>Demo e slide </a:t>
            </a:r>
            <a:r>
              <a:rPr lang="en-US" sz="3200" b="1" dirty="0" err="1">
                <a:latin typeface="Calibri" panose="020F0502020204030204" pitchFamily="34" charset="0"/>
                <a:ea typeface="Calibri" panose="020F0502020204030204" pitchFamily="34" charset="0"/>
                <a:cs typeface="Calibri" panose="020F0502020204030204" pitchFamily="34" charset="0"/>
              </a:rPr>
              <a:t>su</a:t>
            </a:r>
            <a:endParaRPr lang="en-US" sz="3200" dirty="0">
              <a:latin typeface="Calibri" panose="020F0502020204030204" pitchFamily="34" charset="0"/>
              <a:ea typeface="Calibri" panose="020F0502020204030204" pitchFamily="34" charset="0"/>
              <a:cs typeface="Calibri" panose="020F0502020204030204" pitchFamily="34" charset="0"/>
              <a:hlinkClick r:id="rId4"/>
            </a:endParaRPr>
          </a:p>
          <a:p>
            <a:pPr marL="0" indent="0">
              <a:buNone/>
            </a:pPr>
            <a:r>
              <a:rPr lang="en-US" sz="3200" dirty="0">
                <a:latin typeface="Calibri" panose="020F0502020204030204" pitchFamily="34" charset="0"/>
                <a:ea typeface="Calibri" panose="020F0502020204030204" pitchFamily="34" charset="0"/>
                <a:cs typeface="Calibri" panose="020F0502020204030204" pitchFamily="34" charset="0"/>
                <a:hlinkClick r:id="rId4"/>
              </a:rPr>
              <a:t>https://github.com/</a:t>
            </a:r>
            <a:br>
              <a:rPr lang="en-US" sz="3200" dirty="0">
                <a:latin typeface="Calibri" panose="020F0502020204030204" pitchFamily="34" charset="0"/>
                <a:ea typeface="Calibri" panose="020F0502020204030204" pitchFamily="34" charset="0"/>
                <a:cs typeface="Calibri" panose="020F0502020204030204" pitchFamily="34" charset="0"/>
                <a:hlinkClick r:id="rId4"/>
              </a:rPr>
            </a:br>
            <a:r>
              <a:rPr lang="en-US" sz="3200" dirty="0" err="1">
                <a:latin typeface="Calibri" panose="020F0502020204030204" pitchFamily="34" charset="0"/>
                <a:ea typeface="Calibri" panose="020F0502020204030204" pitchFamily="34" charset="0"/>
                <a:cs typeface="Calibri" panose="020F0502020204030204" pitchFamily="34" charset="0"/>
                <a:hlinkClick r:id="rId4"/>
              </a:rPr>
              <a:t>qmatteoq</a:t>
            </a:r>
            <a:r>
              <a:rPr lang="en-US" sz="3200" dirty="0">
                <a:latin typeface="Calibri" panose="020F0502020204030204" pitchFamily="34" charset="0"/>
                <a:ea typeface="Calibri" panose="020F0502020204030204" pitchFamily="34" charset="0"/>
                <a:cs typeface="Calibri" panose="020F0502020204030204" pitchFamily="34" charset="0"/>
                <a:hlinkClick r:id="rId4"/>
              </a:rPr>
              <a:t>/AgentCon2025 </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1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4E9D3A-A863-79BF-8327-FD47D891F48F}"/>
              </a:ext>
            </a:extLst>
          </p:cNvPr>
          <p:cNvSpPr>
            <a:spLocks noGrp="1"/>
          </p:cNvSpPr>
          <p:nvPr>
            <p:ph type="body" sz="quarter" idx="11"/>
          </p:nvPr>
        </p:nvSpPr>
        <p:spPr/>
        <p:txBody>
          <a:bodyPr lIns="91440" tIns="45720" rIns="91440" bIns="45720" anchor="t"/>
          <a:lstStyle/>
          <a:p>
            <a:r>
              <a:rPr lang="it-IT" sz="3200">
                <a:latin typeface="Calibri"/>
                <a:ea typeface="+mn-lt"/>
                <a:cs typeface="+mn-lt"/>
              </a:rPr>
              <a:t>ARCHITECTURE: CHAIN-OF-AGENTS</a:t>
            </a:r>
          </a:p>
        </p:txBody>
      </p:sp>
      <p:pic>
        <p:nvPicPr>
          <p:cNvPr id="10" name="Immagine 9" descr="Immagine che contiene testo, schermata, Carattere, linea&#10;&#10;Il contenuto generato dall&amp;#39;IA potrebbe non essere corretto.">
            <a:extLst>
              <a:ext uri="{FF2B5EF4-FFF2-40B4-BE49-F238E27FC236}">
                <a16:creationId xmlns:a16="http://schemas.microsoft.com/office/drawing/2014/main" id="{2F1BF80E-BCF5-3AF2-3532-1444578ABC64}"/>
              </a:ext>
            </a:extLst>
          </p:cNvPr>
          <p:cNvPicPr>
            <a:picLocks noChangeAspect="1"/>
          </p:cNvPicPr>
          <p:nvPr/>
        </p:nvPicPr>
        <p:blipFill>
          <a:blip r:embed="rId3"/>
          <a:stretch>
            <a:fillRect/>
          </a:stretch>
        </p:blipFill>
        <p:spPr>
          <a:xfrm>
            <a:off x="1423661" y="3429000"/>
            <a:ext cx="5369719" cy="2281238"/>
          </a:xfrm>
          <a:prstGeom prst="rect">
            <a:avLst/>
          </a:prstGeom>
        </p:spPr>
      </p:pic>
      <p:pic>
        <p:nvPicPr>
          <p:cNvPr id="11" name="Immagine 10" descr="Immagine che contiene testo, schermata, Carattere, numero&#10;&#10;Il contenuto generato dall&amp;#39;IA potrebbe non essere corretto.">
            <a:extLst>
              <a:ext uri="{FF2B5EF4-FFF2-40B4-BE49-F238E27FC236}">
                <a16:creationId xmlns:a16="http://schemas.microsoft.com/office/drawing/2014/main" id="{214C7E3E-F0C2-CFA9-91A8-FBB26AC5D7A9}"/>
              </a:ext>
            </a:extLst>
          </p:cNvPr>
          <p:cNvPicPr>
            <a:picLocks noChangeAspect="1"/>
          </p:cNvPicPr>
          <p:nvPr/>
        </p:nvPicPr>
        <p:blipFill>
          <a:blip r:embed="rId4"/>
          <a:srcRect l="1179" t="3703"/>
          <a:stretch>
            <a:fillRect/>
          </a:stretch>
        </p:blipFill>
        <p:spPr>
          <a:xfrm>
            <a:off x="1626781" y="2339163"/>
            <a:ext cx="8240786" cy="3701024"/>
          </a:xfrm>
          <a:prstGeom prst="rect">
            <a:avLst/>
          </a:prstGeom>
        </p:spPr>
      </p:pic>
      <p:sp>
        <p:nvSpPr>
          <p:cNvPr id="4" name="TextBox 3">
            <a:extLst>
              <a:ext uri="{FF2B5EF4-FFF2-40B4-BE49-F238E27FC236}">
                <a16:creationId xmlns:a16="http://schemas.microsoft.com/office/drawing/2014/main" id="{9B58F17F-5555-03D2-6BDE-4F77403CCD3B}"/>
              </a:ext>
            </a:extLst>
          </p:cNvPr>
          <p:cNvSpPr txBox="1"/>
          <p:nvPr/>
        </p:nvSpPr>
        <p:spPr>
          <a:xfrm>
            <a:off x="572278" y="6242007"/>
            <a:ext cx="9862467" cy="430887"/>
          </a:xfrm>
          <a:prstGeom prst="rect">
            <a:avLst/>
          </a:prstGeom>
          <a:noFill/>
        </p:spPr>
        <p:txBody>
          <a:bodyPr wrap="square">
            <a:spAutoFit/>
          </a:bodyPr>
          <a:lstStyle/>
          <a:p>
            <a:r>
              <a:rPr lang="en-GB" sz="1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Zhang, Yusen, et al. "Chain of agents: Large language models collaborating on long-context tasks." </a:t>
            </a:r>
            <a:r>
              <a:rPr lang="en-GB"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Advances in Neural Information Processing Systems</a:t>
            </a:r>
            <a:r>
              <a:rPr lang="en-GB" sz="1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37 (2024)</a:t>
            </a:r>
          </a:p>
          <a:p>
            <a:r>
              <a:rPr lang="it-IT" sz="1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https://research.google/blog/chain-of-agents-large-language-models-collaborating-on-long-context-tasks/</a:t>
            </a:r>
          </a:p>
        </p:txBody>
      </p:sp>
    </p:spTree>
    <p:extLst>
      <p:ext uri="{BB962C8B-B14F-4D97-AF65-F5344CB8AC3E}">
        <p14:creationId xmlns:p14="http://schemas.microsoft.com/office/powerpoint/2010/main" val="2407013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6" presetClass="emph" presetSubtype="0" fill="hold" nodeType="withEffect">
                                  <p:stCondLst>
                                    <p:cond delay="0"/>
                                  </p:stCondLst>
                                  <p:childTnLst>
                                    <p:animScale>
                                      <p:cBhvr>
                                        <p:cTn id="9" dur="2000" fill="hold"/>
                                        <p:tgtEl>
                                          <p:spTgt spid="11"/>
                                        </p:tgtEl>
                                      </p:cBhvr>
                                      <p:by x="50000" y="50000"/>
                                    </p:animScale>
                                  </p:childTnLst>
                                </p:cTn>
                              </p:par>
                              <p:par>
                                <p:cTn id="10" presetID="56" presetClass="path" presetSubtype="0" accel="50000" decel="50000" fill="hold" nodeType="withEffect">
                                  <p:stCondLst>
                                    <p:cond delay="0"/>
                                  </p:stCondLst>
                                  <p:childTnLst>
                                    <p:animMotion origin="layout" path="M -4.16667E-6 3.7037E-7 L 0.25 -0.25 " pathEditMode="relative" rAng="0" ptsTypes="AA">
                                      <p:cBhvr>
                                        <p:cTn id="11" dur="2000" fill="hold"/>
                                        <p:tgtEl>
                                          <p:spTgt spid="11"/>
                                        </p:tgtEl>
                                        <p:attrNameLst>
                                          <p:attrName>ppt_x</p:attrName>
                                          <p:attrName>ppt_y</p:attrName>
                                        </p:attrNameLst>
                                      </p:cBhvr>
                                      <p:rCtr x="1250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82876-05DC-6048-8324-C4F50E8E083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41AB547-850A-2FE4-5631-98A9A8CA0597}"/>
              </a:ext>
            </a:extLst>
          </p:cNvPr>
          <p:cNvSpPr>
            <a:spLocks noGrp="1"/>
          </p:cNvSpPr>
          <p:nvPr>
            <p:ph type="body" sz="quarter" idx="16"/>
          </p:nvPr>
        </p:nvSpPr>
        <p:spPr/>
        <p:txBody>
          <a:bodyPr/>
          <a:lstStyle/>
          <a:p>
            <a:endParaRPr lang="it-IT"/>
          </a:p>
        </p:txBody>
      </p:sp>
      <p:pic>
        <p:nvPicPr>
          <p:cNvPr id="6" name="Immagine 5" descr="Immagine che contiene testo, schermata, linea, diagramma&#10;&#10;Il contenuto generato dall&amp;#39;IA potrebbe non essere corretto.">
            <a:extLst>
              <a:ext uri="{FF2B5EF4-FFF2-40B4-BE49-F238E27FC236}">
                <a16:creationId xmlns:a16="http://schemas.microsoft.com/office/drawing/2014/main" id="{39642794-F5DB-8502-EC00-7C3EB1F7D589}"/>
              </a:ext>
            </a:extLst>
          </p:cNvPr>
          <p:cNvPicPr>
            <a:picLocks noChangeAspect="1"/>
          </p:cNvPicPr>
          <p:nvPr/>
        </p:nvPicPr>
        <p:blipFill>
          <a:blip r:embed="rId3"/>
          <a:stretch>
            <a:fillRect/>
          </a:stretch>
        </p:blipFill>
        <p:spPr>
          <a:xfrm>
            <a:off x="1487084" y="3131553"/>
            <a:ext cx="3981450" cy="3181350"/>
          </a:xfrm>
          <a:prstGeom prst="rect">
            <a:avLst/>
          </a:prstGeom>
        </p:spPr>
      </p:pic>
      <p:sp>
        <p:nvSpPr>
          <p:cNvPr id="2" name="Text Placeholder 1">
            <a:extLst>
              <a:ext uri="{FF2B5EF4-FFF2-40B4-BE49-F238E27FC236}">
                <a16:creationId xmlns:a16="http://schemas.microsoft.com/office/drawing/2014/main" id="{4434B99C-0E48-4A17-B4A5-9BE5C38B5CF7}"/>
              </a:ext>
            </a:extLst>
          </p:cNvPr>
          <p:cNvSpPr>
            <a:spLocks noGrp="1"/>
          </p:cNvSpPr>
          <p:nvPr>
            <p:ph type="body" sz="quarter" idx="11"/>
          </p:nvPr>
        </p:nvSpPr>
        <p:spPr/>
        <p:txBody>
          <a:bodyPr lIns="91440" tIns="45720" rIns="91440" bIns="45720" anchor="t"/>
          <a:lstStyle/>
          <a:p>
            <a:r>
              <a:rPr lang="it-IT" sz="3200">
                <a:latin typeface="Calibri"/>
                <a:ea typeface="+mn-lt"/>
                <a:cs typeface="+mn-lt"/>
              </a:rPr>
              <a:t>ARCHITECTURE: MIXTURE-OF-AGENTS</a:t>
            </a:r>
            <a:endParaRPr lang="it-IT" sz="3200">
              <a:latin typeface="Calibri"/>
              <a:ea typeface="Calibri"/>
              <a:cs typeface="Calibri"/>
            </a:endParaRPr>
          </a:p>
        </p:txBody>
      </p:sp>
      <p:pic>
        <p:nvPicPr>
          <p:cNvPr id="4" name="Immagine 3" descr="Immagine che contiene testo, schermata, Carattere, numero&#10;&#10;Il contenuto generato dall&amp;#39;IA potrebbe non essere corretto.">
            <a:extLst>
              <a:ext uri="{FF2B5EF4-FFF2-40B4-BE49-F238E27FC236}">
                <a16:creationId xmlns:a16="http://schemas.microsoft.com/office/drawing/2014/main" id="{8327C448-BE54-95BE-E1A8-92DE85CE56BE}"/>
              </a:ext>
            </a:extLst>
          </p:cNvPr>
          <p:cNvPicPr>
            <a:picLocks noChangeAspect="1"/>
          </p:cNvPicPr>
          <p:nvPr/>
        </p:nvPicPr>
        <p:blipFill>
          <a:blip r:embed="rId4"/>
          <a:stretch>
            <a:fillRect/>
          </a:stretch>
        </p:blipFill>
        <p:spPr>
          <a:xfrm>
            <a:off x="1563284" y="3474278"/>
            <a:ext cx="3829051" cy="2655094"/>
          </a:xfrm>
          <a:prstGeom prst="rect">
            <a:avLst/>
          </a:prstGeom>
        </p:spPr>
      </p:pic>
      <p:pic>
        <p:nvPicPr>
          <p:cNvPr id="5" name="Immagine 4" descr="Immagine che contiene testo, diagramma, Piano, schematico&#10;&#10;Il contenuto generato dall&amp;#39;IA potrebbe non essere corretto.">
            <a:extLst>
              <a:ext uri="{FF2B5EF4-FFF2-40B4-BE49-F238E27FC236}">
                <a16:creationId xmlns:a16="http://schemas.microsoft.com/office/drawing/2014/main" id="{490D103B-20CC-7112-BA84-E1C936130F1F}"/>
              </a:ext>
            </a:extLst>
          </p:cNvPr>
          <p:cNvPicPr>
            <a:picLocks noChangeAspect="1"/>
          </p:cNvPicPr>
          <p:nvPr/>
        </p:nvPicPr>
        <p:blipFill>
          <a:blip r:embed="rId5"/>
          <a:srcRect l="1249" t="7213"/>
          <a:stretch>
            <a:fillRect/>
          </a:stretch>
        </p:blipFill>
        <p:spPr>
          <a:xfrm>
            <a:off x="1084936" y="2283244"/>
            <a:ext cx="10022128" cy="3307619"/>
          </a:xfrm>
          <a:prstGeom prst="rect">
            <a:avLst/>
          </a:prstGeom>
        </p:spPr>
      </p:pic>
      <p:sp>
        <p:nvSpPr>
          <p:cNvPr id="10" name="TextBox 9">
            <a:extLst>
              <a:ext uri="{FF2B5EF4-FFF2-40B4-BE49-F238E27FC236}">
                <a16:creationId xmlns:a16="http://schemas.microsoft.com/office/drawing/2014/main" id="{90CD003F-945A-67B0-4F09-5351646918A6}"/>
              </a:ext>
            </a:extLst>
          </p:cNvPr>
          <p:cNvSpPr txBox="1"/>
          <p:nvPr/>
        </p:nvSpPr>
        <p:spPr>
          <a:xfrm>
            <a:off x="572278" y="6432375"/>
            <a:ext cx="8571722" cy="261610"/>
          </a:xfrm>
          <a:prstGeom prst="rect">
            <a:avLst/>
          </a:prstGeom>
          <a:noFill/>
        </p:spPr>
        <p:txBody>
          <a:bodyPr wrap="square">
            <a:spAutoFit/>
          </a:bodyPr>
          <a:lstStyle/>
          <a:p>
            <a:r>
              <a:rPr lang="it-IT"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Wang, </a:t>
            </a:r>
            <a:r>
              <a:rPr lang="it-IT" sz="1100" b="0" i="0"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Junlin</a:t>
            </a:r>
            <a:r>
              <a:rPr lang="it-IT"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et al. "</a:t>
            </a:r>
            <a:r>
              <a:rPr lang="it-IT" sz="1100" b="0" i="0"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Mixture</a:t>
            </a:r>
            <a:r>
              <a:rPr lang="it-IT"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-of-agents </a:t>
            </a:r>
            <a:r>
              <a:rPr lang="it-IT" sz="1100" b="0" i="0"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enhances</a:t>
            </a:r>
            <a:r>
              <a:rPr lang="it-IT"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large </a:t>
            </a:r>
            <a:r>
              <a:rPr lang="it-IT" sz="1100" b="0" i="0"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language</a:t>
            </a:r>
            <a:r>
              <a:rPr lang="it-IT"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model capabilities." </a:t>
            </a:r>
            <a:r>
              <a:rPr lang="it-IT" sz="1100" b="0" i="1" dirty="0" err="1">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arXiv</a:t>
            </a:r>
            <a:r>
              <a:rPr lang="it-IT" sz="1100" b="0" i="1"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preprint arXiv:2406.04692</a:t>
            </a:r>
            <a:r>
              <a:rPr lang="it-IT" sz="1100" b="0" i="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(2024)</a:t>
            </a:r>
            <a:endParaRPr lang="it-IT" sz="11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9782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50000" y="50000"/>
                                    </p:animScale>
                                  </p:childTnLst>
                                </p:cTn>
                              </p:par>
                              <p:par>
                                <p:cTn id="7" presetID="56" presetClass="path" presetSubtype="0" accel="50000" decel="50000" fill="hold" nodeType="withEffect">
                                  <p:stCondLst>
                                    <p:cond delay="0"/>
                                  </p:stCondLst>
                                  <p:childTnLst>
                                    <p:animMotion origin="layout" path="M 0 -4.07407E-6 L 0.23867 -0.21898 " pathEditMode="relative" rAng="0" ptsTypes="AA">
                                      <p:cBhvr>
                                        <p:cTn id="8" dur="2000" fill="hold"/>
                                        <p:tgtEl>
                                          <p:spTgt spid="5"/>
                                        </p:tgtEl>
                                        <p:attrNameLst>
                                          <p:attrName>ppt_x</p:attrName>
                                          <p:attrName>ppt_y</p:attrName>
                                        </p:attrNameLst>
                                      </p:cBhvr>
                                      <p:rCtr x="11927" y="-10949"/>
                                    </p:animMotion>
                                  </p:childTnLst>
                                </p:cTn>
                              </p:par>
                              <p:par>
                                <p:cTn id="9" presetID="10"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0"/>
                                        <p:tgtEl>
                                          <p:spTgt spid="6"/>
                                        </p:tgtEl>
                                      </p:cBhvr>
                                    </p:animEffect>
                                  </p:childTnLst>
                                </p:cTn>
                              </p:par>
                              <p:par>
                                <p:cTn id="17" presetID="10" presetClass="exit" presetSubtype="0" fill="hold" nodeType="withEffect">
                                  <p:stCondLst>
                                    <p:cond delay="0"/>
                                  </p:stCondLst>
                                  <p:childTnLst>
                                    <p:animEffect transition="out" filter="fade">
                                      <p:cBhvr>
                                        <p:cTn id="18" dur="2000"/>
                                        <p:tgtEl>
                                          <p:spTgt spid="4"/>
                                        </p:tgtEl>
                                      </p:cBhvr>
                                    </p:animEffect>
                                    <p:set>
                                      <p:cBhvr>
                                        <p:cTn id="19" dur="1" fill="hold">
                                          <p:stCondLst>
                                            <p:cond delay="1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74F62-7EFF-8D05-EA9B-03D5599B37DD}"/>
            </a:ext>
          </a:extLst>
        </p:cNvPr>
        <p:cNvGrpSpPr/>
        <p:nvPr/>
      </p:nvGrpSpPr>
      <p:grpSpPr>
        <a:xfrm>
          <a:off x="0" y="0"/>
          <a:ext cx="0" cy="0"/>
          <a:chOff x="0" y="0"/>
          <a:chExt cx="0" cy="0"/>
        </a:xfrm>
      </p:grpSpPr>
      <p:sp>
        <p:nvSpPr>
          <p:cNvPr id="5" name="Rettangolo con angoli arrotondati 4">
            <a:extLst>
              <a:ext uri="{FF2B5EF4-FFF2-40B4-BE49-F238E27FC236}">
                <a16:creationId xmlns:a16="http://schemas.microsoft.com/office/drawing/2014/main" id="{3E501FE8-4E95-568C-C59B-534316DC1558}"/>
              </a:ext>
            </a:extLst>
          </p:cNvPr>
          <p:cNvSpPr/>
          <p:nvPr/>
        </p:nvSpPr>
        <p:spPr>
          <a:xfrm>
            <a:off x="1085197" y="1742658"/>
            <a:ext cx="4887237" cy="1697276"/>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it-IT" sz="2800" b="1" dirty="0">
                <a:latin typeface="Calibri"/>
                <a:ea typeface="Calibri"/>
                <a:cs typeface="Calibri"/>
              </a:rPr>
              <a:t>SHARED MEMORY</a:t>
            </a:r>
          </a:p>
          <a:p>
            <a:pPr algn="ctr"/>
            <a:r>
              <a:rPr lang="it-IT" sz="2000" dirty="0" err="1">
                <a:latin typeface="Calibri"/>
                <a:ea typeface="Calibri"/>
                <a:cs typeface="Calibri"/>
              </a:rPr>
              <a:t>Centralized</a:t>
            </a:r>
            <a:r>
              <a:rPr lang="it-IT" sz="2000" dirty="0">
                <a:latin typeface="Calibri"/>
                <a:ea typeface="Calibri"/>
                <a:cs typeface="Calibri"/>
              </a:rPr>
              <a:t> knowledge base </a:t>
            </a:r>
            <a:r>
              <a:rPr lang="it-IT" sz="2000" dirty="0" err="1">
                <a:latin typeface="Calibri"/>
                <a:ea typeface="Calibri"/>
                <a:cs typeface="Calibri"/>
              </a:rPr>
              <a:t>accessible</a:t>
            </a:r>
            <a:r>
              <a:rPr lang="it-IT" sz="2000" dirty="0">
                <a:latin typeface="Calibri"/>
                <a:ea typeface="Calibri"/>
                <a:cs typeface="Calibri"/>
              </a:rPr>
              <a:t> by </a:t>
            </a:r>
            <a:r>
              <a:rPr lang="it-IT" sz="2000" dirty="0" err="1">
                <a:latin typeface="Calibri"/>
                <a:ea typeface="Calibri"/>
                <a:cs typeface="Calibri"/>
              </a:rPr>
              <a:t>all</a:t>
            </a:r>
            <a:r>
              <a:rPr lang="it-IT" sz="2000" dirty="0">
                <a:latin typeface="Calibri"/>
                <a:ea typeface="Calibri"/>
                <a:cs typeface="Calibri"/>
              </a:rPr>
              <a:t> agents</a:t>
            </a:r>
          </a:p>
        </p:txBody>
      </p:sp>
      <p:sp>
        <p:nvSpPr>
          <p:cNvPr id="10" name="Rettangolo con angoli arrotondati 9">
            <a:extLst>
              <a:ext uri="{FF2B5EF4-FFF2-40B4-BE49-F238E27FC236}">
                <a16:creationId xmlns:a16="http://schemas.microsoft.com/office/drawing/2014/main" id="{8BAC2243-1826-EEA8-972F-5A2F3B321513}"/>
              </a:ext>
            </a:extLst>
          </p:cNvPr>
          <p:cNvSpPr/>
          <p:nvPr/>
        </p:nvSpPr>
        <p:spPr>
          <a:xfrm>
            <a:off x="6219565" y="1742658"/>
            <a:ext cx="4887237" cy="169727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r>
              <a:rPr lang="it-IT" sz="2800" b="1" dirty="0">
                <a:latin typeface="Calibri"/>
                <a:ea typeface="Calibri"/>
                <a:cs typeface="Calibri"/>
              </a:rPr>
              <a:t>DISTRIBUTED MEMORY</a:t>
            </a:r>
          </a:p>
          <a:p>
            <a:pPr algn="ctr"/>
            <a:r>
              <a:rPr lang="it-IT" sz="2000" dirty="0">
                <a:latin typeface="Calibri"/>
                <a:ea typeface="Calibri"/>
                <a:cs typeface="Calibri"/>
              </a:rPr>
              <a:t>Agent-</a:t>
            </a:r>
            <a:r>
              <a:rPr lang="it-IT" sz="2000" dirty="0" err="1">
                <a:latin typeface="Calibri"/>
                <a:ea typeface="Calibri"/>
                <a:cs typeface="Calibri"/>
              </a:rPr>
              <a:t>specific</a:t>
            </a:r>
            <a:r>
              <a:rPr lang="it-IT" sz="2000" dirty="0">
                <a:latin typeface="Calibri"/>
                <a:ea typeface="Calibri"/>
                <a:cs typeface="Calibri"/>
              </a:rPr>
              <a:t> </a:t>
            </a:r>
            <a:r>
              <a:rPr lang="it-IT" sz="2000" dirty="0" err="1">
                <a:latin typeface="Calibri"/>
                <a:ea typeface="Calibri"/>
                <a:cs typeface="Calibri"/>
              </a:rPr>
              <a:t>memory</a:t>
            </a:r>
            <a:r>
              <a:rPr lang="it-IT" sz="2000" dirty="0">
                <a:latin typeface="Calibri"/>
                <a:ea typeface="Calibri"/>
                <a:cs typeface="Calibri"/>
              </a:rPr>
              <a:t> stores for </a:t>
            </a:r>
            <a:r>
              <a:rPr lang="it-IT" sz="2000" dirty="0" err="1">
                <a:latin typeface="Calibri"/>
                <a:ea typeface="Calibri"/>
                <a:cs typeface="Calibri"/>
              </a:rPr>
              <a:t>specialized</a:t>
            </a:r>
            <a:r>
              <a:rPr lang="it-IT" sz="2000" dirty="0">
                <a:latin typeface="Calibri"/>
                <a:ea typeface="Calibri"/>
                <a:cs typeface="Calibri"/>
              </a:rPr>
              <a:t> knowledge and </a:t>
            </a:r>
            <a:r>
              <a:rPr lang="it-IT" sz="2000" dirty="0" err="1">
                <a:latin typeface="Calibri"/>
                <a:ea typeface="Calibri"/>
                <a:cs typeface="Calibri"/>
              </a:rPr>
              <a:t>local</a:t>
            </a:r>
            <a:r>
              <a:rPr lang="it-IT" sz="2000" dirty="0">
                <a:latin typeface="Calibri"/>
                <a:ea typeface="Calibri"/>
                <a:cs typeface="Calibri"/>
              </a:rPr>
              <a:t> </a:t>
            </a:r>
            <a:r>
              <a:rPr lang="it-IT" sz="2000" dirty="0" err="1">
                <a:latin typeface="Calibri"/>
                <a:ea typeface="Calibri"/>
                <a:cs typeface="Calibri"/>
              </a:rPr>
              <a:t>context</a:t>
            </a:r>
            <a:endParaRPr lang="it-IT" sz="2000" dirty="0">
              <a:latin typeface="Calibri"/>
              <a:ea typeface="Calibri"/>
              <a:cs typeface="Calibri"/>
            </a:endParaRPr>
          </a:p>
        </p:txBody>
      </p:sp>
      <p:sp>
        <p:nvSpPr>
          <p:cNvPr id="6" name="Text Placeholder 2">
            <a:extLst>
              <a:ext uri="{FF2B5EF4-FFF2-40B4-BE49-F238E27FC236}">
                <a16:creationId xmlns:a16="http://schemas.microsoft.com/office/drawing/2014/main" id="{36909694-8585-85AC-76DB-576AD603318D}"/>
              </a:ext>
            </a:extLst>
          </p:cNvPr>
          <p:cNvSpPr txBox="1">
            <a:spLocks/>
          </p:cNvSpPr>
          <p:nvPr/>
        </p:nvSpPr>
        <p:spPr>
          <a:xfrm>
            <a:off x="571501" y="894020"/>
            <a:ext cx="11049000" cy="772075"/>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sz="3200" b="1">
                <a:solidFill>
                  <a:srgbClr val="000000"/>
                </a:solidFill>
                <a:latin typeface="Calibri"/>
                <a:ea typeface="Calibri"/>
                <a:cs typeface="Calibri"/>
              </a:rPr>
              <a:t>MEMORY</a:t>
            </a:r>
          </a:p>
        </p:txBody>
      </p:sp>
      <p:sp>
        <p:nvSpPr>
          <p:cNvPr id="8" name="Rettangolo con angoli arrotondati 7">
            <a:extLst>
              <a:ext uri="{FF2B5EF4-FFF2-40B4-BE49-F238E27FC236}">
                <a16:creationId xmlns:a16="http://schemas.microsoft.com/office/drawing/2014/main" id="{B733EBE8-D5BA-E37F-8A59-C5E246C01358}"/>
              </a:ext>
            </a:extLst>
          </p:cNvPr>
          <p:cNvSpPr/>
          <p:nvPr/>
        </p:nvSpPr>
        <p:spPr>
          <a:xfrm>
            <a:off x="6219565" y="4266704"/>
            <a:ext cx="4887237" cy="1697276"/>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it-IT" sz="2800" b="1" dirty="0">
                <a:latin typeface="Calibri"/>
                <a:ea typeface="Calibri"/>
                <a:cs typeface="Calibri"/>
              </a:rPr>
              <a:t>PERSISTENT MEMORY</a:t>
            </a:r>
            <a:endParaRPr lang="it-IT" b="1" dirty="0">
              <a:latin typeface="Calibri"/>
              <a:ea typeface="Calibri"/>
              <a:cs typeface="Calibri"/>
            </a:endParaRPr>
          </a:p>
          <a:p>
            <a:pPr algn="ctr"/>
            <a:r>
              <a:rPr lang="it-IT" sz="2000" dirty="0" err="1"/>
              <a:t>External</a:t>
            </a:r>
            <a:r>
              <a:rPr lang="it-IT" sz="2000" dirty="0"/>
              <a:t> storage (</a:t>
            </a:r>
            <a:r>
              <a:rPr lang="it-IT" sz="2000" dirty="0" err="1"/>
              <a:t>V</a:t>
            </a:r>
            <a:r>
              <a:rPr lang="it-IT" sz="2000" dirty="0" err="1">
                <a:latin typeface="Calibri"/>
                <a:ea typeface="Calibri"/>
                <a:cs typeface="Calibri"/>
              </a:rPr>
              <a:t>ector</a:t>
            </a:r>
            <a:r>
              <a:rPr lang="it-IT" sz="2000" dirty="0">
                <a:latin typeface="Calibri"/>
                <a:ea typeface="Calibri"/>
                <a:cs typeface="Calibri"/>
              </a:rPr>
              <a:t> Databases, Files, SQL)</a:t>
            </a:r>
          </a:p>
        </p:txBody>
      </p:sp>
      <p:sp>
        <p:nvSpPr>
          <p:cNvPr id="13" name="Rettangolo con angoli arrotondati 12">
            <a:extLst>
              <a:ext uri="{FF2B5EF4-FFF2-40B4-BE49-F238E27FC236}">
                <a16:creationId xmlns:a16="http://schemas.microsoft.com/office/drawing/2014/main" id="{D807FA07-0B33-FDCA-92F0-3188D2439DA4}"/>
              </a:ext>
            </a:extLst>
          </p:cNvPr>
          <p:cNvSpPr/>
          <p:nvPr/>
        </p:nvSpPr>
        <p:spPr>
          <a:xfrm>
            <a:off x="1085197" y="4266704"/>
            <a:ext cx="4887237" cy="169727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it-IT" sz="2800" b="1" dirty="0">
                <a:latin typeface="Calibri"/>
                <a:ea typeface="Calibri"/>
                <a:cs typeface="Calibri"/>
              </a:rPr>
              <a:t>CONTEXUAL MEMORY</a:t>
            </a:r>
          </a:p>
          <a:p>
            <a:pPr algn="ctr"/>
            <a:r>
              <a:rPr lang="en-GB" sz="2000" dirty="0"/>
              <a:t>Stored temporarily in prompt or system message</a:t>
            </a:r>
          </a:p>
        </p:txBody>
      </p:sp>
    </p:spTree>
    <p:extLst>
      <p:ext uri="{BB962C8B-B14F-4D97-AF65-F5344CB8AC3E}">
        <p14:creationId xmlns:p14="http://schemas.microsoft.com/office/powerpoint/2010/main" val="395006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6E70-C303-DE0B-4EAA-0EE7F74AC80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767B592-A77B-6012-00FF-5EA4AEAE293C}"/>
              </a:ext>
            </a:extLst>
          </p:cNvPr>
          <p:cNvSpPr>
            <a:spLocks noGrp="1"/>
          </p:cNvSpPr>
          <p:nvPr>
            <p:ph type="body" sz="quarter" idx="13"/>
          </p:nvPr>
        </p:nvSpPr>
        <p:spPr/>
        <p:txBody>
          <a:bodyPr lIns="91440" tIns="45720" rIns="91440" bIns="45720" anchor="t"/>
          <a:lstStyle/>
          <a:p>
            <a:r>
              <a:rPr lang="it-IT" sz="3200">
                <a:solidFill>
                  <a:srgbClr val="000000"/>
                </a:solidFill>
                <a:latin typeface="Calibri"/>
                <a:ea typeface="Calibri"/>
                <a:cs typeface="Calibri"/>
              </a:rPr>
              <a:t>FRAMEWORKS</a:t>
            </a:r>
            <a:endParaRPr lang="it-IT"/>
          </a:p>
        </p:txBody>
      </p:sp>
      <p:sp>
        <p:nvSpPr>
          <p:cNvPr id="4" name="Text Placeholder 3">
            <a:extLst>
              <a:ext uri="{FF2B5EF4-FFF2-40B4-BE49-F238E27FC236}">
                <a16:creationId xmlns:a16="http://schemas.microsoft.com/office/drawing/2014/main" id="{D431C0F4-D845-3AA0-C8E3-A7098AB917E9}"/>
              </a:ext>
            </a:extLst>
          </p:cNvPr>
          <p:cNvSpPr>
            <a:spLocks noGrp="1"/>
          </p:cNvSpPr>
          <p:nvPr>
            <p:ph type="body" sz="quarter" idx="14"/>
          </p:nvPr>
        </p:nvSpPr>
        <p:spPr>
          <a:xfrm>
            <a:off x="1627340" y="1938338"/>
            <a:ext cx="3657599" cy="927097"/>
          </a:xfrm>
        </p:spPr>
        <p:txBody>
          <a:bodyPr lIns="91440" tIns="45720" rIns="91440" bIns="45720" anchor="ctr"/>
          <a:lstStyle/>
          <a:p>
            <a:r>
              <a:rPr lang="it-IT" sz="3200" err="1">
                <a:latin typeface="Calibri"/>
                <a:ea typeface="Calibri"/>
                <a:cs typeface="Calibri"/>
              </a:rPr>
              <a:t>LangGraph</a:t>
            </a:r>
            <a:endParaRPr lang="it-IT" sz="3200" err="1">
              <a:latin typeface="Lufga"/>
              <a:ea typeface="Calibri"/>
              <a:cs typeface="Calibri"/>
            </a:endParaRPr>
          </a:p>
        </p:txBody>
      </p:sp>
      <p:sp>
        <p:nvSpPr>
          <p:cNvPr id="8" name="Text Placeholder 7">
            <a:extLst>
              <a:ext uri="{FF2B5EF4-FFF2-40B4-BE49-F238E27FC236}">
                <a16:creationId xmlns:a16="http://schemas.microsoft.com/office/drawing/2014/main" id="{33FE023E-8CE2-4B81-AFA9-E1B79C0E8762}"/>
              </a:ext>
            </a:extLst>
          </p:cNvPr>
          <p:cNvSpPr>
            <a:spLocks noGrp="1"/>
          </p:cNvSpPr>
          <p:nvPr>
            <p:ph type="body" sz="quarter" idx="18"/>
          </p:nvPr>
        </p:nvSpPr>
        <p:spPr>
          <a:xfrm>
            <a:off x="1169096" y="2814638"/>
            <a:ext cx="4346530" cy="717548"/>
          </a:xfrm>
        </p:spPr>
        <p:txBody>
          <a:bodyPr lIns="91440" tIns="45720" rIns="91440" bIns="45720" anchor="t"/>
          <a:lstStyle/>
          <a:p>
            <a:r>
              <a:rPr lang="it-IT" sz="1500" dirty="0" err="1">
                <a:solidFill>
                  <a:srgbClr val="363737"/>
                </a:solidFill>
                <a:latin typeface="Calibri"/>
                <a:ea typeface="Calibri"/>
                <a:cs typeface="Calibri"/>
              </a:rPr>
              <a:t>Graph-based</a:t>
            </a:r>
            <a:r>
              <a:rPr lang="it-IT" sz="1500" dirty="0">
                <a:solidFill>
                  <a:srgbClr val="363737"/>
                </a:solidFill>
                <a:latin typeface="Calibri"/>
                <a:ea typeface="Calibri"/>
                <a:cs typeface="Calibri"/>
              </a:rPr>
              <a:t> workflows with </a:t>
            </a:r>
            <a:r>
              <a:rPr lang="it-IT" sz="1500" dirty="0" err="1">
                <a:solidFill>
                  <a:srgbClr val="363737"/>
                </a:solidFill>
                <a:latin typeface="Calibri"/>
                <a:ea typeface="Calibri"/>
                <a:cs typeface="Calibri"/>
              </a:rPr>
              <a:t>stateful</a:t>
            </a:r>
            <a:r>
              <a:rPr lang="it-IT" sz="1500" dirty="0">
                <a:solidFill>
                  <a:srgbClr val="363737"/>
                </a:solidFill>
                <a:latin typeface="Calibri"/>
                <a:ea typeface="Calibri"/>
                <a:cs typeface="Calibri"/>
              </a:rPr>
              <a:t> agent interactions</a:t>
            </a:r>
            <a:endParaRPr lang="it-IT" dirty="0">
              <a:latin typeface="Calibri"/>
              <a:ea typeface="Calibri"/>
              <a:cs typeface="Calibri"/>
            </a:endParaRPr>
          </a:p>
        </p:txBody>
      </p:sp>
      <p:sp>
        <p:nvSpPr>
          <p:cNvPr id="9" name="Text Placeholder 8">
            <a:extLst>
              <a:ext uri="{FF2B5EF4-FFF2-40B4-BE49-F238E27FC236}">
                <a16:creationId xmlns:a16="http://schemas.microsoft.com/office/drawing/2014/main" id="{CE60D5A4-78BA-5FFE-BA49-387C8669D38F}"/>
              </a:ext>
            </a:extLst>
          </p:cNvPr>
          <p:cNvSpPr>
            <a:spLocks noGrp="1"/>
          </p:cNvSpPr>
          <p:nvPr>
            <p:ph type="body" sz="quarter" idx="19"/>
          </p:nvPr>
        </p:nvSpPr>
        <p:spPr>
          <a:xfrm>
            <a:off x="6912279" y="1938338"/>
            <a:ext cx="3657599" cy="927097"/>
          </a:xfrm>
        </p:spPr>
        <p:txBody>
          <a:bodyPr lIns="91440" tIns="45720" rIns="91440" bIns="45720" anchor="ctr"/>
          <a:lstStyle/>
          <a:p>
            <a:r>
              <a:rPr lang="it-IT" sz="3200" err="1">
                <a:latin typeface="Calibri"/>
                <a:ea typeface="Calibri"/>
                <a:cs typeface="Calibri"/>
              </a:rPr>
              <a:t>CrewAI</a:t>
            </a:r>
            <a:endParaRPr lang="it-IT" sz="3200">
              <a:latin typeface="Calibri"/>
              <a:ea typeface="Calibri"/>
              <a:cs typeface="Calibri"/>
            </a:endParaRPr>
          </a:p>
        </p:txBody>
      </p:sp>
      <p:sp>
        <p:nvSpPr>
          <p:cNvPr id="10" name="Text Placeholder 9">
            <a:extLst>
              <a:ext uri="{FF2B5EF4-FFF2-40B4-BE49-F238E27FC236}">
                <a16:creationId xmlns:a16="http://schemas.microsoft.com/office/drawing/2014/main" id="{17B6756C-0F07-AB57-34B3-C761840DC6BF}"/>
              </a:ext>
            </a:extLst>
          </p:cNvPr>
          <p:cNvSpPr>
            <a:spLocks noGrp="1"/>
          </p:cNvSpPr>
          <p:nvPr>
            <p:ph type="body" sz="quarter" idx="20"/>
          </p:nvPr>
        </p:nvSpPr>
        <p:spPr>
          <a:xfrm>
            <a:off x="6680548" y="2814638"/>
            <a:ext cx="4346530" cy="717548"/>
          </a:xfrm>
        </p:spPr>
        <p:txBody>
          <a:bodyPr lIns="91440" tIns="45720" rIns="91440" bIns="45720" anchor="t"/>
          <a:lstStyle/>
          <a:p>
            <a:r>
              <a:rPr lang="it-IT" err="1">
                <a:latin typeface="Calibri"/>
                <a:ea typeface="Calibri"/>
                <a:cs typeface="Calibri"/>
              </a:rPr>
              <a:t>Role</a:t>
            </a:r>
            <a:r>
              <a:rPr lang="it-IT">
                <a:latin typeface="Calibri"/>
                <a:ea typeface="Calibri"/>
                <a:cs typeface="Calibri"/>
              </a:rPr>
              <a:t>-playing agents </a:t>
            </a:r>
            <a:r>
              <a:rPr lang="it-IT" err="1">
                <a:latin typeface="Calibri"/>
                <a:ea typeface="Calibri"/>
                <a:cs typeface="Calibri"/>
              </a:rPr>
              <a:t>collaborating</a:t>
            </a:r>
            <a:r>
              <a:rPr lang="it-IT">
                <a:latin typeface="Calibri"/>
                <a:ea typeface="Calibri"/>
                <a:cs typeface="Calibri"/>
              </a:rPr>
              <a:t> </a:t>
            </a:r>
            <a:r>
              <a:rPr lang="it-IT" err="1">
                <a:latin typeface="Calibri"/>
                <a:ea typeface="Calibri"/>
                <a:cs typeface="Calibri"/>
              </a:rPr>
              <a:t>as</a:t>
            </a:r>
            <a:r>
              <a:rPr lang="it-IT">
                <a:latin typeface="Calibri"/>
                <a:ea typeface="Calibri"/>
                <a:cs typeface="Calibri"/>
              </a:rPr>
              <a:t> teams</a:t>
            </a:r>
          </a:p>
        </p:txBody>
      </p:sp>
      <p:sp>
        <p:nvSpPr>
          <p:cNvPr id="11" name="Text Placeholder 10">
            <a:extLst>
              <a:ext uri="{FF2B5EF4-FFF2-40B4-BE49-F238E27FC236}">
                <a16:creationId xmlns:a16="http://schemas.microsoft.com/office/drawing/2014/main" id="{7D6FE6D6-AD9A-CE24-B5AB-33CEFA2C499E}"/>
              </a:ext>
            </a:extLst>
          </p:cNvPr>
          <p:cNvSpPr>
            <a:spLocks noGrp="1"/>
          </p:cNvSpPr>
          <p:nvPr>
            <p:ph type="body" sz="quarter" idx="21"/>
          </p:nvPr>
        </p:nvSpPr>
        <p:spPr>
          <a:xfrm>
            <a:off x="6912279" y="3995738"/>
            <a:ext cx="3657599" cy="927097"/>
          </a:xfrm>
        </p:spPr>
        <p:txBody>
          <a:bodyPr lIns="91440" tIns="45720" rIns="91440" bIns="45720" anchor="ctr"/>
          <a:lstStyle/>
          <a:p>
            <a:r>
              <a:rPr lang="it-IT" sz="3200" dirty="0">
                <a:latin typeface="Calibri"/>
                <a:ea typeface="Calibri"/>
                <a:cs typeface="Calibri"/>
              </a:rPr>
              <a:t>Semantic Kernel</a:t>
            </a:r>
          </a:p>
        </p:txBody>
      </p:sp>
      <p:sp>
        <p:nvSpPr>
          <p:cNvPr id="12" name="Text Placeholder 11">
            <a:extLst>
              <a:ext uri="{FF2B5EF4-FFF2-40B4-BE49-F238E27FC236}">
                <a16:creationId xmlns:a16="http://schemas.microsoft.com/office/drawing/2014/main" id="{1C8CC628-2638-D390-2A58-1B0DB2732FAC}"/>
              </a:ext>
            </a:extLst>
          </p:cNvPr>
          <p:cNvSpPr>
            <a:spLocks noGrp="1"/>
          </p:cNvSpPr>
          <p:nvPr>
            <p:ph type="body" sz="quarter" idx="22"/>
          </p:nvPr>
        </p:nvSpPr>
        <p:spPr>
          <a:xfrm>
            <a:off x="6673589" y="4814888"/>
            <a:ext cx="4346530" cy="717548"/>
          </a:xfrm>
        </p:spPr>
        <p:txBody>
          <a:bodyPr lIns="91440" tIns="45720" rIns="91440" bIns="45720" anchor="t"/>
          <a:lstStyle/>
          <a:p>
            <a:r>
              <a:rPr lang="it-IT" err="1">
                <a:latin typeface="Calibri"/>
                <a:ea typeface="Calibri"/>
                <a:cs typeface="Calibri"/>
              </a:rPr>
              <a:t>Integrating</a:t>
            </a:r>
            <a:r>
              <a:rPr lang="it-IT">
                <a:latin typeface="Calibri"/>
                <a:ea typeface="Calibri"/>
                <a:cs typeface="Calibri"/>
              </a:rPr>
              <a:t> AI </a:t>
            </a:r>
            <a:r>
              <a:rPr lang="it-IT" err="1">
                <a:latin typeface="Calibri"/>
                <a:ea typeface="Calibri"/>
                <a:cs typeface="Calibri"/>
              </a:rPr>
              <a:t>into</a:t>
            </a:r>
            <a:r>
              <a:rPr lang="it-IT">
                <a:latin typeface="Calibri"/>
                <a:ea typeface="Calibri"/>
                <a:cs typeface="Calibri"/>
              </a:rPr>
              <a:t> </a:t>
            </a:r>
            <a:r>
              <a:rPr lang="it-IT" err="1">
                <a:latin typeface="Calibri"/>
                <a:ea typeface="Calibri"/>
                <a:cs typeface="Calibri"/>
              </a:rPr>
              <a:t>existing</a:t>
            </a:r>
            <a:r>
              <a:rPr lang="it-IT">
                <a:latin typeface="Calibri"/>
                <a:ea typeface="Calibri"/>
                <a:cs typeface="Calibri"/>
              </a:rPr>
              <a:t> </a:t>
            </a:r>
            <a:r>
              <a:rPr lang="it-IT" err="1">
                <a:latin typeface="Calibri"/>
                <a:ea typeface="Calibri"/>
                <a:cs typeface="Calibri"/>
              </a:rPr>
              <a:t>enterprise</a:t>
            </a:r>
            <a:r>
              <a:rPr lang="it-IT">
                <a:latin typeface="Calibri"/>
                <a:ea typeface="Calibri"/>
                <a:cs typeface="Calibri"/>
              </a:rPr>
              <a:t> </a:t>
            </a:r>
            <a:r>
              <a:rPr lang="it-IT" err="1">
                <a:latin typeface="Calibri"/>
                <a:ea typeface="Calibri"/>
                <a:cs typeface="Calibri"/>
              </a:rPr>
              <a:t>applications</a:t>
            </a:r>
          </a:p>
        </p:txBody>
      </p:sp>
      <p:sp>
        <p:nvSpPr>
          <p:cNvPr id="20" name="Text Placeholder 8">
            <a:extLst>
              <a:ext uri="{FF2B5EF4-FFF2-40B4-BE49-F238E27FC236}">
                <a16:creationId xmlns:a16="http://schemas.microsoft.com/office/drawing/2014/main" id="{9EBF520D-95FC-485C-7986-0EE4F10A1AC7}"/>
              </a:ext>
            </a:extLst>
          </p:cNvPr>
          <p:cNvSpPr txBox="1">
            <a:spLocks/>
          </p:cNvSpPr>
          <p:nvPr/>
        </p:nvSpPr>
        <p:spPr>
          <a:xfrm>
            <a:off x="1627340" y="3995738"/>
            <a:ext cx="3657599" cy="927097"/>
          </a:xfrm>
          <a:prstGeom prst="rect">
            <a:avLst/>
          </a:prstGeom>
        </p:spPr>
        <p:txBody>
          <a:bodyPr lIns="91440" tIns="45720" rIns="91440" bIns="45720" anchor="ctr"/>
          <a:lstStyle>
            <a:lvl1pPr marL="0" indent="0" algn="ctr" defTabSz="914400" rtl="0" eaLnBrk="1" latinLnBrk="0" hangingPunct="1">
              <a:lnSpc>
                <a:spcPct val="90000"/>
              </a:lnSpc>
              <a:spcBef>
                <a:spcPts val="1000"/>
              </a:spcBef>
              <a:buClr>
                <a:schemeClr val="accent3"/>
              </a:buClr>
              <a:buFont typeface="Wingdings" panose="05000000000000000000" pitchFamily="2" charset="2"/>
              <a:buNone/>
              <a:defRPr sz="1800" b="1"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3200" err="1">
                <a:latin typeface="Calibri"/>
                <a:ea typeface="Calibri"/>
                <a:cs typeface="Calibri"/>
              </a:rPr>
              <a:t>AutoGen</a:t>
            </a:r>
            <a:endParaRPr lang="it-IT" sz="3200">
              <a:latin typeface="Calibri"/>
              <a:ea typeface="Calibri"/>
              <a:cs typeface="Calibri"/>
            </a:endParaRPr>
          </a:p>
        </p:txBody>
      </p:sp>
      <p:sp>
        <p:nvSpPr>
          <p:cNvPr id="26" name="Text Placeholder 7">
            <a:extLst>
              <a:ext uri="{FF2B5EF4-FFF2-40B4-BE49-F238E27FC236}">
                <a16:creationId xmlns:a16="http://schemas.microsoft.com/office/drawing/2014/main" id="{CCE1C7EC-56FD-D825-630F-F56D8EC9A26D}"/>
              </a:ext>
            </a:extLst>
          </p:cNvPr>
          <p:cNvSpPr txBox="1">
            <a:spLocks/>
          </p:cNvSpPr>
          <p:nvPr/>
        </p:nvSpPr>
        <p:spPr>
          <a:xfrm>
            <a:off x="1165616" y="4814888"/>
            <a:ext cx="4346530" cy="717548"/>
          </a:xfrm>
          <a:prstGeom prst="rect">
            <a:avLst/>
          </a:prstGeom>
        </p:spPr>
        <p:txBody>
          <a:bodyPr lIns="91440" tIns="45720" rIns="91440" bIns="45720" anchor="t"/>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4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latin typeface="Calibri"/>
                <a:ea typeface="Calibri"/>
                <a:cs typeface="Calibri"/>
              </a:rPr>
              <a:t>Multi-agent </a:t>
            </a:r>
            <a:r>
              <a:rPr lang="it-IT" dirty="0" err="1">
                <a:latin typeface="Calibri"/>
                <a:ea typeface="Calibri"/>
                <a:cs typeface="Calibri"/>
              </a:rPr>
              <a:t>conversations</a:t>
            </a:r>
            <a:r>
              <a:rPr lang="it-IT" dirty="0">
                <a:latin typeface="Calibri"/>
                <a:ea typeface="Calibri"/>
                <a:cs typeface="Calibri"/>
              </a:rPr>
              <a:t> with code </a:t>
            </a:r>
            <a:r>
              <a:rPr lang="it-IT" dirty="0" err="1">
                <a:latin typeface="Calibri"/>
                <a:ea typeface="Calibri"/>
                <a:cs typeface="Calibri"/>
              </a:rPr>
              <a:t>execution</a:t>
            </a:r>
            <a:endParaRPr lang="it-IT" dirty="0">
              <a:latin typeface="Calibri"/>
              <a:ea typeface="Calibri"/>
              <a:cs typeface="Calibri"/>
            </a:endParaRPr>
          </a:p>
        </p:txBody>
      </p:sp>
    </p:spTree>
    <p:extLst>
      <p:ext uri="{BB962C8B-B14F-4D97-AF65-F5344CB8AC3E}">
        <p14:creationId xmlns:p14="http://schemas.microsoft.com/office/powerpoint/2010/main" val="62932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4D1C55-C9CD-0224-E11F-9791FECE1E8F}"/>
              </a:ext>
            </a:extLst>
          </p:cNvPr>
          <p:cNvSpPr>
            <a:spLocks noGrp="1"/>
          </p:cNvSpPr>
          <p:nvPr>
            <p:ph type="body" sz="quarter" idx="11"/>
          </p:nvPr>
        </p:nvSpPr>
        <p:spPr/>
        <p:txBody>
          <a:bodyPr lIns="91440" tIns="45720" rIns="91440" bIns="45720" anchor="t"/>
          <a:lstStyle/>
          <a:p>
            <a:r>
              <a:rPr lang="en-US" dirty="0">
                <a:latin typeface="Calibri"/>
                <a:ea typeface="Calibri"/>
                <a:cs typeface="Calibri"/>
              </a:rPr>
              <a:t>SEMANTIC KERNEL</a:t>
            </a:r>
          </a:p>
        </p:txBody>
      </p:sp>
      <p:sp>
        <p:nvSpPr>
          <p:cNvPr id="3" name="Text Placeholder 2">
            <a:extLst>
              <a:ext uri="{FF2B5EF4-FFF2-40B4-BE49-F238E27FC236}">
                <a16:creationId xmlns:a16="http://schemas.microsoft.com/office/drawing/2014/main" id="{E1DD0462-C951-B782-72B1-9FE73AFC1A64}"/>
              </a:ext>
            </a:extLst>
          </p:cNvPr>
          <p:cNvSpPr>
            <a:spLocks noGrp="1"/>
          </p:cNvSpPr>
          <p:nvPr>
            <p:ph type="body" sz="quarter" idx="16"/>
          </p:nvPr>
        </p:nvSpPr>
        <p:spPr>
          <a:xfrm>
            <a:off x="572278" y="1784459"/>
            <a:ext cx="5339424" cy="4305191"/>
          </a:xfrm>
        </p:spPr>
        <p:txBody>
          <a:bodyPr lIns="91440" tIns="45720" rIns="91440" bIns="45720" anchor="t"/>
          <a:lstStyle/>
          <a:p>
            <a:pPr>
              <a:defRPr/>
            </a:pP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rPr>
              <a:t>Lightweight, open-source development kit that lets you easily build AI agents and integrate the latest AI models into your C#, Python, or Java codebase</a:t>
            </a:r>
          </a:p>
          <a:p>
            <a:pPr>
              <a:defRPr/>
            </a:pP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rPr>
              <a:t>Built-in support for multiple AI services, cloud-based or local</a:t>
            </a:r>
          </a:p>
          <a:p>
            <a:pPr>
              <a:defRPr/>
            </a:pP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rPr>
              <a:t>Built-in support for plugins and memory, with integration with the most popular vector database</a:t>
            </a:r>
          </a:p>
          <a:p>
            <a:pPr>
              <a:defRPr/>
            </a:pP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rPr>
              <a:t>Multi-agent capabilities, with support for local agents, </a:t>
            </a:r>
            <a:r>
              <a:rPr lang="en-US" kern="0" dirty="0" err="1">
                <a:solidFill>
                  <a:srgbClr val="000000"/>
                </a:solidFill>
                <a:latin typeface="Calibri" panose="020F0502020204030204" pitchFamily="34" charset="0"/>
                <a:ea typeface="Calibri" panose="020F0502020204030204" pitchFamily="34" charset="0"/>
                <a:cs typeface="Calibri" panose="020F0502020204030204" pitchFamily="34" charset="0"/>
              </a:rPr>
              <a:t>Prompty</a:t>
            </a: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rPr>
              <a:t>-based agents and Azure AI Foundry agents</a:t>
            </a:r>
          </a:p>
          <a:p>
            <a:pPr>
              <a:defRPr/>
            </a:pPr>
            <a:endParaRPr lang="en-US" kern="0" dirty="0">
              <a:solidFill>
                <a:srgbClr val="000000"/>
              </a:solidFill>
              <a:cs typeface="Segoe UI"/>
            </a:endParaRPr>
          </a:p>
          <a:p>
            <a:pPr>
              <a:defRPr/>
            </a:pPr>
            <a:endParaRPr lang="en-US" kern="0" dirty="0">
              <a:solidFill>
                <a:srgbClr val="000000"/>
              </a:solidFill>
              <a:cs typeface="Segoe UI"/>
            </a:endParaRPr>
          </a:p>
          <a:p>
            <a:pPr>
              <a:defRPr/>
            </a:pPr>
            <a:endParaRPr lang="en-US" kern="0" dirty="0">
              <a:solidFill>
                <a:srgbClr val="000000"/>
              </a:solidFill>
              <a:cs typeface="Segoe UI"/>
            </a:endParaRPr>
          </a:p>
          <a:p>
            <a:pPr marL="0" indent="0">
              <a:buNone/>
            </a:pPr>
            <a:endParaRPr lang="en-US" dirty="0"/>
          </a:p>
        </p:txBody>
      </p:sp>
      <p:pic>
        <p:nvPicPr>
          <p:cNvPr id="4" name="Picture 2" descr="Intro Image">
            <a:extLst>
              <a:ext uri="{FF2B5EF4-FFF2-40B4-BE49-F238E27FC236}">
                <a16:creationId xmlns:a16="http://schemas.microsoft.com/office/drawing/2014/main" id="{DE824DCD-7E17-1077-6D4B-4E84787FC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888" y="1499601"/>
            <a:ext cx="5000594" cy="4664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32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11EF39-C646-87AE-BB90-3E41B55D8232}"/>
              </a:ext>
            </a:extLst>
          </p:cNvPr>
          <p:cNvSpPr>
            <a:spLocks noGrp="1"/>
          </p:cNvSpPr>
          <p:nvPr>
            <p:ph type="body" sz="quarter" idx="11"/>
          </p:nvPr>
        </p:nvSpPr>
        <p:spPr/>
        <p:txBody>
          <a:bodyPr lIns="91440" tIns="45720" rIns="91440" bIns="45720" anchor="t"/>
          <a:lstStyle/>
          <a:p>
            <a:r>
              <a:rPr lang="en-US" dirty="0">
                <a:latin typeface="Calibri"/>
                <a:ea typeface="Calibri"/>
                <a:cs typeface="Calibri"/>
              </a:rPr>
              <a:t>EASY INTEGRATION WITH AI SERVICES</a:t>
            </a:r>
          </a:p>
        </p:txBody>
      </p:sp>
      <p:pic>
        <p:nvPicPr>
          <p:cNvPr id="4" name="Picture 2" descr="Semantic Kernel Plugin">
            <a:extLst>
              <a:ext uri="{FF2B5EF4-FFF2-40B4-BE49-F238E27FC236}">
                <a16:creationId xmlns:a16="http://schemas.microsoft.com/office/drawing/2014/main" id="{43F0AFE9-01D7-168E-A815-E546E0733C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918" t="70843" r="29854"/>
          <a:stretch>
            <a:fillRect/>
          </a:stretch>
        </p:blipFill>
        <p:spPr bwMode="auto">
          <a:xfrm>
            <a:off x="539340" y="2773017"/>
            <a:ext cx="2259069" cy="16618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emantic Kernel Plugin">
            <a:extLst>
              <a:ext uri="{FF2B5EF4-FFF2-40B4-BE49-F238E27FC236}">
                <a16:creationId xmlns:a16="http://schemas.microsoft.com/office/drawing/2014/main" id="{88F14756-0C3A-6588-7AF0-2AED73837E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479" t="39118" b="38023"/>
          <a:stretch>
            <a:fillRect/>
          </a:stretch>
        </p:blipFill>
        <p:spPr bwMode="auto">
          <a:xfrm>
            <a:off x="4844098" y="2733259"/>
            <a:ext cx="2237599" cy="131196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AEA34328-483E-2978-D0D3-2222A41FE3F7}"/>
              </a:ext>
            </a:extLst>
          </p:cNvPr>
          <p:cNvCxnSpPr>
            <a:cxnSpLocks/>
            <a:endCxn id="5" idx="1"/>
          </p:cNvCxnSpPr>
          <p:nvPr/>
        </p:nvCxnSpPr>
        <p:spPr>
          <a:xfrm>
            <a:off x="3045350" y="3389242"/>
            <a:ext cx="1798748" cy="0"/>
          </a:xfrm>
          <a:prstGeom prst="straightConnector1">
            <a:avLst/>
          </a:prstGeom>
          <a:ln w="38100">
            <a:solidFill>
              <a:srgbClr val="70E0FF"/>
            </a:solidFill>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openai&quot; Icon - Download for free – Iconduck">
            <a:extLst>
              <a:ext uri="{FF2B5EF4-FFF2-40B4-BE49-F238E27FC236}">
                <a16:creationId xmlns:a16="http://schemas.microsoft.com/office/drawing/2014/main" id="{3B66C5B1-AD78-9F1D-8CCE-23FB1D8513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6607" y="1195154"/>
            <a:ext cx="1005347" cy="10187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zure has a new logo, but where do you download it? Here!">
            <a:extLst>
              <a:ext uri="{FF2B5EF4-FFF2-40B4-BE49-F238E27FC236}">
                <a16:creationId xmlns:a16="http://schemas.microsoft.com/office/drawing/2014/main" id="{92F257C6-50BE-EA5D-283F-A9BF828B6A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28809" y="2137929"/>
            <a:ext cx="910050" cy="9100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istral Logo Free Download SVG, PNG ... · LobeHub">
            <a:extLst>
              <a:ext uri="{FF2B5EF4-FFF2-40B4-BE49-F238E27FC236}">
                <a16:creationId xmlns:a16="http://schemas.microsoft.com/office/drawing/2014/main" id="{FBE9A9F7-1A91-3D79-DAE9-61BB4B45B9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78871" y="2446485"/>
            <a:ext cx="1157443" cy="115744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3F6B3DF4-AA91-9297-21A2-52B4861659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15406" y="5871191"/>
            <a:ext cx="1803481" cy="66582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Anthropic Logo Free Download SVG, PN... · LobeHub">
            <a:extLst>
              <a:ext uri="{FF2B5EF4-FFF2-40B4-BE49-F238E27FC236}">
                <a16:creationId xmlns:a16="http://schemas.microsoft.com/office/drawing/2014/main" id="{1F917D9A-D076-B528-4B0B-625EFCD1B1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79128" y="3930861"/>
            <a:ext cx="1157443" cy="115744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Explore Active Security for Your Data in Amazon Bedrock | DS">
            <a:extLst>
              <a:ext uri="{FF2B5EF4-FFF2-40B4-BE49-F238E27FC236}">
                <a16:creationId xmlns:a16="http://schemas.microsoft.com/office/drawing/2014/main" id="{9348DF70-DF51-8AF4-47A3-1A6B7D49A35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65331" y="562138"/>
            <a:ext cx="1171239" cy="86816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Ollama Logo Free Download SVG, PNG a... · LobeHub">
            <a:extLst>
              <a:ext uri="{FF2B5EF4-FFF2-40B4-BE49-F238E27FC236}">
                <a16:creationId xmlns:a16="http://schemas.microsoft.com/office/drawing/2014/main" id="{9AC0A7A1-909E-5018-42BE-9E6A60DF6A5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23190" y="4151941"/>
            <a:ext cx="1300283" cy="1300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783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C140A1-38E6-6746-D47E-9A47A563247A}"/>
              </a:ext>
            </a:extLst>
          </p:cNvPr>
          <p:cNvSpPr>
            <a:spLocks noGrp="1"/>
          </p:cNvSpPr>
          <p:nvPr>
            <p:ph type="body" sz="quarter" idx="11"/>
          </p:nvPr>
        </p:nvSpPr>
        <p:spPr/>
        <p:txBody>
          <a:bodyPr lIns="91440" tIns="45720" rIns="91440" bIns="45720" anchor="t"/>
          <a:lstStyle/>
          <a:p>
            <a:r>
              <a:rPr lang="en-US" dirty="0">
                <a:latin typeface="Calibri"/>
                <a:ea typeface="Calibri"/>
                <a:cs typeface="Calibri"/>
              </a:rPr>
              <a:t>PLUGINS</a:t>
            </a:r>
          </a:p>
        </p:txBody>
      </p:sp>
      <p:pic>
        <p:nvPicPr>
          <p:cNvPr id="1026" name="Picture 2" descr="Semantic Kernel Plugin">
            <a:extLst>
              <a:ext uri="{FF2B5EF4-FFF2-40B4-BE49-F238E27FC236}">
                <a16:creationId xmlns:a16="http://schemas.microsoft.com/office/drawing/2014/main" id="{1DC1C59C-76C6-1B69-3181-FF49C52AC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797" y="387353"/>
            <a:ext cx="3954702" cy="43131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mantic description within the WriterPlugin plugin">
            <a:extLst>
              <a:ext uri="{FF2B5EF4-FFF2-40B4-BE49-F238E27FC236}">
                <a16:creationId xmlns:a16="http://schemas.microsoft.com/office/drawing/2014/main" id="{26475862-E808-DEE1-58D0-B00706679A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37" y="1786269"/>
            <a:ext cx="6277209" cy="443314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odel Context Protocol · GitHub">
            <a:extLst>
              <a:ext uri="{FF2B5EF4-FFF2-40B4-BE49-F238E27FC236}">
                <a16:creationId xmlns:a16="http://schemas.microsoft.com/office/drawing/2014/main" id="{BB1A1C88-B2CC-C55C-BE20-5BE8AE962B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808" y="5088289"/>
            <a:ext cx="1241351" cy="12413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10826FA-4B35-89AB-154B-E1420617A759}"/>
              </a:ext>
            </a:extLst>
          </p:cNvPr>
          <p:cNvSpPr txBox="1"/>
          <p:nvPr/>
        </p:nvSpPr>
        <p:spPr>
          <a:xfrm>
            <a:off x="7979161" y="5192351"/>
            <a:ext cx="3277173" cy="830997"/>
          </a:xfrm>
          <a:prstGeom prst="rect">
            <a:avLst/>
          </a:prstGeom>
          <a:noFill/>
        </p:spPr>
        <p:txBody>
          <a:bodyPr wrap="square" lIns="91440" tIns="45720" rIns="91440" bIns="45720" rtlCol="0" anchor="t">
            <a:spAutoFit/>
          </a:bodyPr>
          <a:lstStyle/>
          <a:p>
            <a:r>
              <a:rPr lang="en-US" sz="2400" dirty="0">
                <a:latin typeface="Calibri"/>
                <a:ea typeface="Calibri"/>
                <a:cs typeface="Calibri"/>
              </a:rPr>
              <a:t>Model-Context-Protocol</a:t>
            </a:r>
          </a:p>
          <a:p>
            <a:r>
              <a:rPr lang="en-US" sz="2400" dirty="0">
                <a:latin typeface="Calibri"/>
                <a:ea typeface="Calibri"/>
                <a:cs typeface="Calibri"/>
              </a:rPr>
              <a:t>built-in support</a:t>
            </a:r>
          </a:p>
        </p:txBody>
      </p:sp>
    </p:spTree>
    <p:extLst>
      <p:ext uri="{BB962C8B-B14F-4D97-AF65-F5344CB8AC3E}">
        <p14:creationId xmlns:p14="http://schemas.microsoft.com/office/powerpoint/2010/main" val="1764168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CD545B-34FA-8831-2270-906B29F38C82}"/>
              </a:ext>
            </a:extLst>
          </p:cNvPr>
          <p:cNvSpPr>
            <a:spLocks noGrp="1"/>
          </p:cNvSpPr>
          <p:nvPr>
            <p:ph type="body" sz="quarter" idx="11"/>
          </p:nvPr>
        </p:nvSpPr>
        <p:spPr/>
        <p:txBody>
          <a:bodyPr lIns="91440" tIns="45720" rIns="91440" bIns="45720" anchor="t"/>
          <a:lstStyle/>
          <a:p>
            <a:r>
              <a:rPr lang="en-US" dirty="0">
                <a:latin typeface="Calibri"/>
                <a:ea typeface="Calibri"/>
                <a:cs typeface="Calibri"/>
              </a:rPr>
              <a:t>MEMORY</a:t>
            </a:r>
          </a:p>
        </p:txBody>
      </p:sp>
      <p:pic>
        <p:nvPicPr>
          <p:cNvPr id="4" name="Picture 2" descr="Semantic Kernel Plugin">
            <a:extLst>
              <a:ext uri="{FF2B5EF4-FFF2-40B4-BE49-F238E27FC236}">
                <a16:creationId xmlns:a16="http://schemas.microsoft.com/office/drawing/2014/main" id="{B7BBA2ED-F367-22DD-5E40-EAC8E09954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918" t="70843" r="29854"/>
          <a:stretch>
            <a:fillRect/>
          </a:stretch>
        </p:blipFill>
        <p:spPr bwMode="auto">
          <a:xfrm>
            <a:off x="539340" y="2773017"/>
            <a:ext cx="2259069" cy="16618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emantic Kernel Plugin">
            <a:extLst>
              <a:ext uri="{FF2B5EF4-FFF2-40B4-BE49-F238E27FC236}">
                <a16:creationId xmlns:a16="http://schemas.microsoft.com/office/drawing/2014/main" id="{09059702-5DB2-27AC-71F5-D01DEF600F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479" t="39118" b="38023"/>
          <a:stretch>
            <a:fillRect/>
          </a:stretch>
        </p:blipFill>
        <p:spPr bwMode="auto">
          <a:xfrm>
            <a:off x="4844098" y="2733259"/>
            <a:ext cx="2237599" cy="131196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26C9519-6A8D-799D-1721-002DE5D994D9}"/>
              </a:ext>
            </a:extLst>
          </p:cNvPr>
          <p:cNvCxnSpPr>
            <a:cxnSpLocks/>
            <a:endCxn id="5" idx="1"/>
          </p:cNvCxnSpPr>
          <p:nvPr/>
        </p:nvCxnSpPr>
        <p:spPr>
          <a:xfrm>
            <a:off x="3045350" y="3389242"/>
            <a:ext cx="1798748" cy="0"/>
          </a:xfrm>
          <a:prstGeom prst="straightConnector1">
            <a:avLst/>
          </a:prstGeom>
          <a:ln w="38100">
            <a:solidFill>
              <a:srgbClr val="70E0FF"/>
            </a:solidFill>
            <a:tailEnd type="triangle"/>
          </a:ln>
        </p:spPr>
        <p:style>
          <a:lnRef idx="1">
            <a:schemeClr val="accent1"/>
          </a:lnRef>
          <a:fillRef idx="0">
            <a:schemeClr val="accent1"/>
          </a:fillRef>
          <a:effectRef idx="0">
            <a:schemeClr val="accent1"/>
          </a:effectRef>
          <a:fontRef idx="minor">
            <a:schemeClr val="tx1"/>
          </a:fontRef>
        </p:style>
      </p:cxnSp>
      <p:pic>
        <p:nvPicPr>
          <p:cNvPr id="3074" name="Picture 2" descr="Pricing - Azure AI Search | Microsoft Azure">
            <a:extLst>
              <a:ext uri="{FF2B5EF4-FFF2-40B4-BE49-F238E27FC236}">
                <a16:creationId xmlns:a16="http://schemas.microsoft.com/office/drawing/2014/main" id="{337DFB89-E425-1C45-B6C5-1E5A05127B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1396" y="813535"/>
            <a:ext cx="2485269" cy="130476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Qdrant · GitHub">
            <a:extLst>
              <a:ext uri="{FF2B5EF4-FFF2-40B4-BE49-F238E27FC236}">
                <a16:creationId xmlns:a16="http://schemas.microsoft.com/office/drawing/2014/main" id="{3A60ABD5-CD62-B3B6-C7B0-132241D1A2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614" y="2289984"/>
            <a:ext cx="1099259" cy="109925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6CAF5669-D666-FEB0-1BD5-7626D1788A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7206" y="5568160"/>
            <a:ext cx="2773685" cy="74867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Microsoft SQL Server vector logo (eps, svg) free download">
            <a:extLst>
              <a:ext uri="{FF2B5EF4-FFF2-40B4-BE49-F238E27FC236}">
                <a16:creationId xmlns:a16="http://schemas.microsoft.com/office/drawing/2014/main" id="{317C196E-4867-78D9-49DB-77A377B226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61331" y="3083858"/>
            <a:ext cx="1231947" cy="123194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89E9FFE9-D98E-86CE-8BAB-EC7029468448}"/>
              </a:ext>
            </a:extLst>
          </p:cNvPr>
          <p:cNvPicPr>
            <a:picLocks noChangeAspect="1"/>
          </p:cNvPicPr>
          <p:nvPr/>
        </p:nvPicPr>
        <p:blipFill>
          <a:blip r:embed="rId7"/>
          <a:stretch>
            <a:fillRect/>
          </a:stretch>
        </p:blipFill>
        <p:spPr>
          <a:xfrm>
            <a:off x="10770479" y="376018"/>
            <a:ext cx="1268010" cy="1268010"/>
          </a:xfrm>
          <a:prstGeom prst="rect">
            <a:avLst/>
          </a:prstGeom>
        </p:spPr>
      </p:pic>
      <p:pic>
        <p:nvPicPr>
          <p:cNvPr id="3088" name="Picture 16" descr="ElasticSearch | DigitalOcean Marketplace 1-Click App">
            <a:extLst>
              <a:ext uri="{FF2B5EF4-FFF2-40B4-BE49-F238E27FC236}">
                <a16:creationId xmlns:a16="http://schemas.microsoft.com/office/drawing/2014/main" id="{20132528-8550-2E2C-618A-54589B261C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0333" y="4085523"/>
            <a:ext cx="1268011" cy="1268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254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636E15-3B9A-CEC9-9F4F-5B209E669E4F}"/>
              </a:ext>
            </a:extLst>
          </p:cNvPr>
          <p:cNvSpPr>
            <a:spLocks noGrp="1"/>
          </p:cNvSpPr>
          <p:nvPr>
            <p:ph type="body" sz="quarter" idx="11"/>
          </p:nvPr>
        </p:nvSpPr>
        <p:spPr/>
        <p:txBody>
          <a:bodyPr lIns="91440" tIns="45720" rIns="91440" bIns="45720" anchor="t"/>
          <a:lstStyle/>
          <a:p>
            <a:r>
              <a:rPr lang="en-US" dirty="0">
                <a:latin typeface="Calibri"/>
                <a:ea typeface="Calibri"/>
                <a:cs typeface="Calibri"/>
              </a:rPr>
              <a:t>ORCHESTRATION</a:t>
            </a:r>
          </a:p>
        </p:txBody>
      </p:sp>
      <p:pic>
        <p:nvPicPr>
          <p:cNvPr id="2050" name="Picture 2" descr="diagram">
            <a:extLst>
              <a:ext uri="{FF2B5EF4-FFF2-40B4-BE49-F238E27FC236}">
                <a16:creationId xmlns:a16="http://schemas.microsoft.com/office/drawing/2014/main" id="{85988F49-49BB-6BC2-57C7-CD6F42E3D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188" y="1854273"/>
            <a:ext cx="4405934" cy="20726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42819EC-53AF-7FF2-071B-1C8A8E5BB19F}"/>
              </a:ext>
            </a:extLst>
          </p:cNvPr>
          <p:cNvSpPr txBox="1"/>
          <p:nvPr/>
        </p:nvSpPr>
        <p:spPr>
          <a:xfrm>
            <a:off x="990568" y="3926957"/>
            <a:ext cx="3277173" cy="338554"/>
          </a:xfrm>
          <a:prstGeom prst="rect">
            <a:avLst/>
          </a:prstGeom>
          <a:noFill/>
        </p:spPr>
        <p:txBody>
          <a:bodyPr wrap="square" rtlCol="0">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Concurrent</a:t>
            </a:r>
          </a:p>
        </p:txBody>
      </p:sp>
      <p:pic>
        <p:nvPicPr>
          <p:cNvPr id="2052" name="Picture 4" descr="diagram">
            <a:extLst>
              <a:ext uri="{FF2B5EF4-FFF2-40B4-BE49-F238E27FC236}">
                <a16:creationId xmlns:a16="http://schemas.microsoft.com/office/drawing/2014/main" id="{444C22C4-823A-55DB-DBE5-EC27EF367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62398" y="596348"/>
            <a:ext cx="2296302" cy="40236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A7C18AB-1AA3-1999-32FB-E05506C8CC7B}"/>
              </a:ext>
            </a:extLst>
          </p:cNvPr>
          <p:cNvSpPr txBox="1"/>
          <p:nvPr/>
        </p:nvSpPr>
        <p:spPr>
          <a:xfrm>
            <a:off x="9071962" y="4747267"/>
            <a:ext cx="3277173" cy="338554"/>
          </a:xfrm>
          <a:prstGeom prst="rect">
            <a:avLst/>
          </a:prstGeom>
          <a:noFill/>
        </p:spPr>
        <p:txBody>
          <a:bodyPr wrap="square" rtlCol="0">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Sequential</a:t>
            </a:r>
          </a:p>
        </p:txBody>
      </p:sp>
      <p:pic>
        <p:nvPicPr>
          <p:cNvPr id="2054" name="Picture 6" descr="diagram">
            <a:extLst>
              <a:ext uri="{FF2B5EF4-FFF2-40B4-BE49-F238E27FC236}">
                <a16:creationId xmlns:a16="http://schemas.microsoft.com/office/drawing/2014/main" id="{236833CB-9FD2-2749-5DA0-1197E814E3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9767" y="449149"/>
            <a:ext cx="3807430" cy="19421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8E1CDB6-3144-68DE-508C-D4614AACC561}"/>
              </a:ext>
            </a:extLst>
          </p:cNvPr>
          <p:cNvSpPr txBox="1"/>
          <p:nvPr/>
        </p:nvSpPr>
        <p:spPr>
          <a:xfrm>
            <a:off x="5558673" y="2667392"/>
            <a:ext cx="3277173" cy="338554"/>
          </a:xfrm>
          <a:prstGeom prst="rect">
            <a:avLst/>
          </a:prstGeom>
          <a:noFill/>
        </p:spPr>
        <p:txBody>
          <a:bodyPr wrap="square" rtlCol="0">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Group Chat</a:t>
            </a:r>
          </a:p>
        </p:txBody>
      </p:sp>
      <p:pic>
        <p:nvPicPr>
          <p:cNvPr id="2056" name="Picture 8" descr="diagram">
            <a:extLst>
              <a:ext uri="{FF2B5EF4-FFF2-40B4-BE49-F238E27FC236}">
                <a16:creationId xmlns:a16="http://schemas.microsoft.com/office/drawing/2014/main" id="{E0CB16EE-8CF1-B961-CC57-592EABFD6C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7306" y="3429000"/>
            <a:ext cx="3528847" cy="277602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630527C-040E-9C7F-CAAE-7F1F8FE6BCE0}"/>
              </a:ext>
            </a:extLst>
          </p:cNvPr>
          <p:cNvSpPr txBox="1"/>
          <p:nvPr/>
        </p:nvSpPr>
        <p:spPr>
          <a:xfrm>
            <a:off x="4394301" y="6289526"/>
            <a:ext cx="3277173" cy="338554"/>
          </a:xfrm>
          <a:prstGeom prst="rect">
            <a:avLst/>
          </a:prstGeom>
          <a:noFill/>
        </p:spPr>
        <p:txBody>
          <a:bodyPr wrap="square" rtlCol="0">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Handoff</a:t>
            </a:r>
          </a:p>
        </p:txBody>
      </p:sp>
    </p:spTree>
    <p:extLst>
      <p:ext uri="{BB962C8B-B14F-4D97-AF65-F5344CB8AC3E}">
        <p14:creationId xmlns:p14="http://schemas.microsoft.com/office/powerpoint/2010/main" val="151522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0">
  <a:themeElements>
    <a:clrScheme name="Custom 10">
      <a:dk1>
        <a:srgbClr val="212121"/>
      </a:dk1>
      <a:lt1>
        <a:srgbClr val="FFFFFF"/>
      </a:lt1>
      <a:dk2>
        <a:srgbClr val="3D3D3D"/>
      </a:dk2>
      <a:lt2>
        <a:srgbClr val="F5F5F5"/>
      </a:lt2>
      <a:accent1>
        <a:srgbClr val="1E224E"/>
      </a:accent1>
      <a:accent2>
        <a:srgbClr val="D5522B"/>
      </a:accent2>
      <a:accent3>
        <a:srgbClr val="8CADC6"/>
      </a:accent3>
      <a:accent4>
        <a:srgbClr val="1E224E"/>
      </a:accent4>
      <a:accent5>
        <a:srgbClr val="D5522B"/>
      </a:accent5>
      <a:accent6>
        <a:srgbClr val="8CADC6"/>
      </a:accent6>
      <a:hlink>
        <a:srgbClr val="002060"/>
      </a:hlink>
      <a:folHlink>
        <a:srgbClr val="7030A0"/>
      </a:folHlink>
    </a:clrScheme>
    <a:fontScheme name="Custom 5">
      <a:majorFont>
        <a:latin typeface="Lufga SemiBold"/>
        <a:ea typeface=""/>
        <a:cs typeface=""/>
      </a:majorFont>
      <a:minorFont>
        <a:latin typeface="Lufg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gs>
            <a:gs pos="100000">
              <a:schemeClr val="accent3"/>
            </a:gs>
          </a:gsLst>
          <a:path path="circle">
            <a:fillToRect l="100000" t="100000"/>
          </a:path>
          <a:tileRect r="-100000" b="-100000"/>
        </a:gradFill>
        <a:ln>
          <a:noFill/>
        </a:ln>
      </a:spPr>
      <a:bodyPr wrap="square"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438</TotalTime>
  <Words>2071</Words>
  <Application>Microsoft Office PowerPoint</Application>
  <PresentationFormat>Widescreen</PresentationFormat>
  <Paragraphs>144</Paragraphs>
  <Slides>16</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Lufga</vt:lpstr>
      <vt:lpstr>Segoe UI</vt:lpstr>
      <vt:lpstr>Arial</vt:lpstr>
      <vt:lpstr>Wingdings</vt:lpstr>
      <vt:lpstr>Josefin Sans</vt:lpstr>
      <vt:lpstr>Calibri</vt:lpstr>
      <vt:lpstr>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Matteo Pagani</cp:lastModifiedBy>
  <cp:revision>31</cp:revision>
  <dcterms:created xsi:type="dcterms:W3CDTF">2020-12-28T06:02:04Z</dcterms:created>
  <dcterms:modified xsi:type="dcterms:W3CDTF">2025-06-16T17:49:03Z</dcterms:modified>
</cp:coreProperties>
</file>